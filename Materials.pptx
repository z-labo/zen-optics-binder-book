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29ADE8-87A0-47F3-AF9B-6AE0BEA23B07}" v="5" dt="2026-04-26T07:06:41.8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07CD15-9F0E-4725-9C91-4B7450C0E403}"/>
              </a:ext>
            </a:extLst>
          </p:cNvPr>
          <p:cNvCxnSpPr>
            <a:cxnSpLocks/>
          </p:cNvCxnSpPr>
          <p:nvPr/>
        </p:nvCxnSpPr>
        <p:spPr>
          <a:xfrm>
            <a:off x="10615909" y="5401413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CBCFBC5-86A2-BAAC-DD0A-465552F34598}"/>
              </a:ext>
            </a:extLst>
          </p:cNvPr>
          <p:cNvCxnSpPr>
            <a:cxnSpLocks/>
          </p:cNvCxnSpPr>
          <p:nvPr/>
        </p:nvCxnSpPr>
        <p:spPr>
          <a:xfrm>
            <a:off x="10348156" y="5158382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Props1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90C700-0B54-4769-9477-9FE646BEDBDF}">
  <ds:schemaRefs>
    <ds:schemaRef ds:uri="e5fea337-426f-4878-aaa1-6cc4dbed00d3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31</Words>
  <Application>Microsoft Office PowerPoint</Application>
  <PresentationFormat>Widescreen</PresentationFormat>
  <Paragraphs>21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游ゴシック</vt:lpstr>
      <vt:lpstr>游ゴシック Light</vt:lpstr>
      <vt:lpstr>Arial</vt:lpstr>
      <vt:lpstr>Century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2</cp:revision>
  <dcterms:created xsi:type="dcterms:W3CDTF">2026-04-26T06:05:04Z</dcterms:created>
  <dcterms:modified xsi:type="dcterms:W3CDTF">2026-04-26T09:05:59Z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