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556E5-4621-4DA7-B0AC-26EEABCF8A3F}" v="25" dt="2026-06-11T12:42:04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2" y="3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全 香玉" userId="1f3450e5-81b9-4f7a-82d7-841c32c029e0" providerId="ADAL" clId="{670531AC-1667-4F97-B1A6-5D38F8A44A79}"/>
    <pc:docChg chg="undo custSel addSld modSld">
      <pc:chgData name="全 香玉" userId="1f3450e5-81b9-4f7a-82d7-841c32c029e0" providerId="ADAL" clId="{670531AC-1667-4F97-B1A6-5D38F8A44A79}" dt="2026-06-11T12:42:08.875" v="128" actId="1076"/>
      <pc:docMkLst>
        <pc:docMk/>
      </pc:docMkLst>
      <pc:sldChg chg="addSp delSp modSp add mod">
        <pc:chgData name="全 香玉" userId="1f3450e5-81b9-4f7a-82d7-841c32c029e0" providerId="ADAL" clId="{670531AC-1667-4F97-B1A6-5D38F8A44A79}" dt="2026-06-11T12:42:08.875" v="128" actId="1076"/>
        <pc:sldMkLst>
          <pc:docMk/>
          <pc:sldMk cId="3363106213" sldId="262"/>
        </pc:sldMkLst>
        <pc:spChg chg="add del mod ord">
          <ac:chgData name="全 香玉" userId="1f3450e5-81b9-4f7a-82d7-841c32c029e0" providerId="ADAL" clId="{670531AC-1667-4F97-B1A6-5D38F8A44A79}" dt="2026-06-11T12:37:32.504" v="32" actId="478"/>
          <ac:spMkLst>
            <pc:docMk/>
            <pc:sldMk cId="3363106213" sldId="262"/>
            <ac:spMk id="13" creationId="{F1B90D87-F2AE-676A-5DCE-4A8F59658478}"/>
          </ac:spMkLst>
        </pc:spChg>
        <pc:spChg chg="add mod">
          <ac:chgData name="全 香玉" userId="1f3450e5-81b9-4f7a-82d7-841c32c029e0" providerId="ADAL" clId="{670531AC-1667-4F97-B1A6-5D38F8A44A79}" dt="2026-06-11T12:36:43.075" v="16" actId="1076"/>
          <ac:spMkLst>
            <pc:docMk/>
            <pc:sldMk cId="3363106213" sldId="262"/>
            <ac:spMk id="14" creationId="{AA898FDB-40F3-868E-F9BA-AC4B9F3D2D96}"/>
          </ac:spMkLst>
        </pc:spChg>
        <pc:spChg chg="add mod">
          <ac:chgData name="全 香玉" userId="1f3450e5-81b9-4f7a-82d7-841c32c029e0" providerId="ADAL" clId="{670531AC-1667-4F97-B1A6-5D38F8A44A79}" dt="2026-06-11T12:37:31.197" v="31" actId="14100"/>
          <ac:spMkLst>
            <pc:docMk/>
            <pc:sldMk cId="3363106213" sldId="262"/>
            <ac:spMk id="15" creationId="{83FD3DB5-19E4-3FCC-22A3-F9F8A4FE7211}"/>
          </ac:spMkLst>
        </pc:spChg>
        <pc:spChg chg="add del mod">
          <ac:chgData name="全 香玉" userId="1f3450e5-81b9-4f7a-82d7-841c32c029e0" providerId="ADAL" clId="{670531AC-1667-4F97-B1A6-5D38F8A44A79}" dt="2026-06-11T12:37:33.354" v="33" actId="478"/>
          <ac:spMkLst>
            <pc:docMk/>
            <pc:sldMk cId="3363106213" sldId="262"/>
            <ac:spMk id="16" creationId="{E065223F-2AAC-A58A-6759-C86C4B796E09}"/>
          </ac:spMkLst>
        </pc:spChg>
        <pc:spChg chg="add del mod">
          <ac:chgData name="全 香玉" userId="1f3450e5-81b9-4f7a-82d7-841c32c029e0" providerId="ADAL" clId="{670531AC-1667-4F97-B1A6-5D38F8A44A79}" dt="2026-06-11T12:37:33.919" v="34" actId="478"/>
          <ac:spMkLst>
            <pc:docMk/>
            <pc:sldMk cId="3363106213" sldId="262"/>
            <ac:spMk id="19" creationId="{0DBC9D3F-8367-B8A9-4ADE-9D4F8E53F19C}"/>
          </ac:spMkLst>
        </pc:spChg>
        <pc:spChg chg="add del mod">
          <ac:chgData name="全 香玉" userId="1f3450e5-81b9-4f7a-82d7-841c32c029e0" providerId="ADAL" clId="{670531AC-1667-4F97-B1A6-5D38F8A44A79}" dt="2026-06-11T12:37:34.535" v="35" actId="478"/>
          <ac:spMkLst>
            <pc:docMk/>
            <pc:sldMk cId="3363106213" sldId="262"/>
            <ac:spMk id="22" creationId="{D0060E31-5B50-9745-8369-BA851F453DE5}"/>
          </ac:spMkLst>
        </pc:spChg>
        <pc:spChg chg="add mod">
          <ac:chgData name="全 香玉" userId="1f3450e5-81b9-4f7a-82d7-841c32c029e0" providerId="ADAL" clId="{670531AC-1667-4F97-B1A6-5D38F8A44A79}" dt="2026-06-11T12:38:07.283" v="47" actId="1076"/>
          <ac:spMkLst>
            <pc:docMk/>
            <pc:sldMk cId="3363106213" sldId="262"/>
            <ac:spMk id="24" creationId="{E168952E-433B-1F90-F5D4-5DA21FCFBE26}"/>
          </ac:spMkLst>
        </pc:spChg>
        <pc:spChg chg="add mod">
          <ac:chgData name="全 香玉" userId="1f3450e5-81b9-4f7a-82d7-841c32c029e0" providerId="ADAL" clId="{670531AC-1667-4F97-B1A6-5D38F8A44A79}" dt="2026-06-11T12:38:05.873" v="46" actId="1076"/>
          <ac:spMkLst>
            <pc:docMk/>
            <pc:sldMk cId="3363106213" sldId="262"/>
            <ac:spMk id="25" creationId="{E7AC7E87-E228-D025-A0CE-F1770156BE28}"/>
          </ac:spMkLst>
        </pc:spChg>
        <pc:spChg chg="add mod">
          <ac:chgData name="全 香玉" userId="1f3450e5-81b9-4f7a-82d7-841c32c029e0" providerId="ADAL" clId="{670531AC-1667-4F97-B1A6-5D38F8A44A79}" dt="2026-06-11T12:38:04.241" v="45" actId="1076"/>
          <ac:spMkLst>
            <pc:docMk/>
            <pc:sldMk cId="3363106213" sldId="262"/>
            <ac:spMk id="29" creationId="{71D2D838-CEC3-A7E7-01E8-7F43A7074F83}"/>
          </ac:spMkLst>
        </pc:spChg>
        <pc:spChg chg="add mod">
          <ac:chgData name="全 香玉" userId="1f3450e5-81b9-4f7a-82d7-841c32c029e0" providerId="ADAL" clId="{670531AC-1667-4F97-B1A6-5D38F8A44A79}" dt="2026-06-11T12:38:03.008" v="44" actId="1076"/>
          <ac:spMkLst>
            <pc:docMk/>
            <pc:sldMk cId="3363106213" sldId="262"/>
            <ac:spMk id="30" creationId="{E70D00BF-2DA4-B210-B70F-331637E1798E}"/>
          </ac:spMkLst>
        </pc:spChg>
        <pc:spChg chg="add mod">
          <ac:chgData name="全 香玉" userId="1f3450e5-81b9-4f7a-82d7-841c32c029e0" providerId="ADAL" clId="{670531AC-1667-4F97-B1A6-5D38F8A44A79}" dt="2026-06-11T12:39:43.475" v="93" actId="1076"/>
          <ac:spMkLst>
            <pc:docMk/>
            <pc:sldMk cId="3363106213" sldId="262"/>
            <ac:spMk id="37" creationId="{6388989A-2EB6-A86C-015D-D2A8792D4FCF}"/>
          </ac:spMkLst>
        </pc:spChg>
        <pc:spChg chg="add mod">
          <ac:chgData name="全 香玉" userId="1f3450e5-81b9-4f7a-82d7-841c32c029e0" providerId="ADAL" clId="{670531AC-1667-4F97-B1A6-5D38F8A44A79}" dt="2026-06-11T12:40:50.395" v="102" actId="1076"/>
          <ac:spMkLst>
            <pc:docMk/>
            <pc:sldMk cId="3363106213" sldId="262"/>
            <ac:spMk id="38" creationId="{2B0282C4-34AC-42E7-8F53-F6A4BE656C29}"/>
          </ac:spMkLst>
        </pc:spChg>
        <pc:spChg chg="add mod">
          <ac:chgData name="全 香玉" userId="1f3450e5-81b9-4f7a-82d7-841c32c029e0" providerId="ADAL" clId="{670531AC-1667-4F97-B1A6-5D38F8A44A79}" dt="2026-06-11T12:42:00.577" v="125" actId="14100"/>
          <ac:spMkLst>
            <pc:docMk/>
            <pc:sldMk cId="3363106213" sldId="262"/>
            <ac:spMk id="39" creationId="{B2C1686C-695C-F70C-BAD6-9341B75390C3}"/>
          </ac:spMkLst>
        </pc:spChg>
        <pc:spChg chg="add del mod">
          <ac:chgData name="全 香玉" userId="1f3450e5-81b9-4f7a-82d7-841c32c029e0" providerId="ADAL" clId="{670531AC-1667-4F97-B1A6-5D38F8A44A79}" dt="2026-06-11T12:42:02.238" v="126" actId="478"/>
          <ac:spMkLst>
            <pc:docMk/>
            <pc:sldMk cId="3363106213" sldId="262"/>
            <ac:spMk id="40" creationId="{709F6137-03BC-240E-8B6A-0D01AE516847}"/>
          </ac:spMkLst>
        </pc:spChg>
        <pc:spChg chg="add mod">
          <ac:chgData name="全 香玉" userId="1f3450e5-81b9-4f7a-82d7-841c32c029e0" providerId="ADAL" clId="{670531AC-1667-4F97-B1A6-5D38F8A44A79}" dt="2026-06-11T12:41:32.195" v="114" actId="1076"/>
          <ac:spMkLst>
            <pc:docMk/>
            <pc:sldMk cId="3363106213" sldId="262"/>
            <ac:spMk id="41" creationId="{566FF6FB-E984-DC3B-B409-0BA5913CC6E7}"/>
          </ac:spMkLst>
        </pc:spChg>
        <pc:spChg chg="add mod">
          <ac:chgData name="全 香玉" userId="1f3450e5-81b9-4f7a-82d7-841c32c029e0" providerId="ADAL" clId="{670531AC-1667-4F97-B1A6-5D38F8A44A79}" dt="2026-06-11T12:41:36.340" v="116" actId="1076"/>
          <ac:spMkLst>
            <pc:docMk/>
            <pc:sldMk cId="3363106213" sldId="262"/>
            <ac:spMk id="42" creationId="{E142564C-0FCF-0D7A-D946-221C2AD988A1}"/>
          </ac:spMkLst>
        </pc:spChg>
        <pc:spChg chg="add mod">
          <ac:chgData name="全 香玉" userId="1f3450e5-81b9-4f7a-82d7-841c32c029e0" providerId="ADAL" clId="{670531AC-1667-4F97-B1A6-5D38F8A44A79}" dt="2026-06-11T12:41:40.556" v="118" actId="1076"/>
          <ac:spMkLst>
            <pc:docMk/>
            <pc:sldMk cId="3363106213" sldId="262"/>
            <ac:spMk id="43" creationId="{5464174D-F154-823A-BAC4-982B62E22CF0}"/>
          </ac:spMkLst>
        </pc:spChg>
        <pc:spChg chg="add mod">
          <ac:chgData name="全 香玉" userId="1f3450e5-81b9-4f7a-82d7-841c32c029e0" providerId="ADAL" clId="{670531AC-1667-4F97-B1A6-5D38F8A44A79}" dt="2026-06-11T12:41:44.188" v="120" actId="1076"/>
          <ac:spMkLst>
            <pc:docMk/>
            <pc:sldMk cId="3363106213" sldId="262"/>
            <ac:spMk id="44" creationId="{2893BB8A-D5AA-CBBB-7565-CAD84FAD3F87}"/>
          </ac:spMkLst>
        </pc:spChg>
        <pc:spChg chg="add mod">
          <ac:chgData name="全 香玉" userId="1f3450e5-81b9-4f7a-82d7-841c32c029e0" providerId="ADAL" clId="{670531AC-1667-4F97-B1A6-5D38F8A44A79}" dt="2026-06-11T12:41:50.075" v="122" actId="1076"/>
          <ac:spMkLst>
            <pc:docMk/>
            <pc:sldMk cId="3363106213" sldId="262"/>
            <ac:spMk id="45" creationId="{4A61DF6C-59C8-6394-3BA1-940CCE4B8314}"/>
          </ac:spMkLst>
        </pc:spChg>
        <pc:spChg chg="add mod">
          <ac:chgData name="全 香玉" userId="1f3450e5-81b9-4f7a-82d7-841c32c029e0" providerId="ADAL" clId="{670531AC-1667-4F97-B1A6-5D38F8A44A79}" dt="2026-06-11T12:42:08.875" v="128" actId="1076"/>
          <ac:spMkLst>
            <pc:docMk/>
            <pc:sldMk cId="3363106213" sldId="262"/>
            <ac:spMk id="46" creationId="{29DB7FD7-AD53-9045-387F-947A1994C533}"/>
          </ac:spMkLst>
        </pc:spChg>
        <pc:cxnChg chg="add mod">
          <ac:chgData name="全 香玉" userId="1f3450e5-81b9-4f7a-82d7-841c32c029e0" providerId="ADAL" clId="{670531AC-1667-4F97-B1A6-5D38F8A44A79}" dt="2026-06-11T12:35:54.388" v="6" actId="14100"/>
          <ac:cxnSpMkLst>
            <pc:docMk/>
            <pc:sldMk cId="3363106213" sldId="262"/>
            <ac:cxnSpMk id="3" creationId="{DA312E9E-08BD-40B9-3E30-8EA145F9C634}"/>
          </ac:cxnSpMkLst>
        </pc:cxnChg>
        <pc:cxnChg chg="add mod">
          <ac:chgData name="全 香玉" userId="1f3450e5-81b9-4f7a-82d7-841c32c029e0" providerId="ADAL" clId="{670531AC-1667-4F97-B1A6-5D38F8A44A79}" dt="2026-06-11T12:35:57.043" v="7" actId="14100"/>
          <ac:cxnSpMkLst>
            <pc:docMk/>
            <pc:sldMk cId="3363106213" sldId="262"/>
            <ac:cxnSpMk id="6" creationId="{932AFEE0-9F31-6713-F97F-59C2210F12E2}"/>
          </ac:cxnSpMkLst>
        </pc:cxnChg>
        <pc:cxnChg chg="mod">
          <ac:chgData name="全 香玉" userId="1f3450e5-81b9-4f7a-82d7-841c32c029e0" providerId="ADAL" clId="{670531AC-1667-4F97-B1A6-5D38F8A44A79}" dt="2026-06-11T12:36:02.912" v="9" actId="14100"/>
          <ac:cxnSpMkLst>
            <pc:docMk/>
            <pc:sldMk cId="3363106213" sldId="262"/>
            <ac:cxnSpMk id="7" creationId="{7A6AE2C9-EDEC-4F2C-6B59-CA7EDA86C274}"/>
          </ac:cxnSpMkLst>
        </pc:cxnChg>
        <pc:cxnChg chg="mod">
          <ac:chgData name="全 香玉" userId="1f3450e5-81b9-4f7a-82d7-841c32c029e0" providerId="ADAL" clId="{670531AC-1667-4F97-B1A6-5D38F8A44A79}" dt="2026-06-11T12:35:59.931" v="8" actId="14100"/>
          <ac:cxnSpMkLst>
            <pc:docMk/>
            <pc:sldMk cId="3363106213" sldId="262"/>
            <ac:cxnSpMk id="8" creationId="{D8289FD3-1CB9-AAA8-0969-12D0AFECF816}"/>
          </ac:cxnSpMkLst>
        </pc:cxnChg>
        <pc:cxnChg chg="add mod">
          <ac:chgData name="全 香玉" userId="1f3450e5-81b9-4f7a-82d7-841c32c029e0" providerId="ADAL" clId="{670531AC-1667-4F97-B1A6-5D38F8A44A79}" dt="2026-06-11T12:38:49.195" v="56" actId="1076"/>
          <ac:cxnSpMkLst>
            <pc:docMk/>
            <pc:sldMk cId="3363106213" sldId="262"/>
            <ac:cxnSpMk id="31" creationId="{4B175DA7-3ED6-430B-F907-180649D80370}"/>
          </ac:cxnSpMkLst>
        </pc:cxnChg>
        <pc:cxnChg chg="add mod">
          <ac:chgData name="全 香玉" userId="1f3450e5-81b9-4f7a-82d7-841c32c029e0" providerId="ADAL" clId="{670531AC-1667-4F97-B1A6-5D38F8A44A79}" dt="2026-06-11T12:38:46.005" v="55" actId="1036"/>
          <ac:cxnSpMkLst>
            <pc:docMk/>
            <pc:sldMk cId="3363106213" sldId="262"/>
            <ac:cxnSpMk id="34" creationId="{E661173F-737E-9D38-0A7D-73522C19C8CE}"/>
          </ac:cxnSpMkLst>
        </pc:cxnChg>
        <pc:cxnChg chg="add mod">
          <ac:chgData name="全 香玉" userId="1f3450e5-81b9-4f7a-82d7-841c32c029e0" providerId="ADAL" clId="{670531AC-1667-4F97-B1A6-5D38F8A44A79}" dt="2026-06-11T12:40:09.983" v="94" actId="208"/>
          <ac:cxnSpMkLst>
            <pc:docMk/>
            <pc:sldMk cId="3363106213" sldId="262"/>
            <ac:cxnSpMk id="36" creationId="{6C5C2136-BF76-C1E2-E81D-0519B6F0C3C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D820-031F-C155-658F-D31E848A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3D172-40B0-E97D-09C8-549326A65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96EF-7148-1B33-9E8B-622C2F4B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62BAA-37B0-671A-27EF-EA558BBE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71AF0-FC79-F772-0399-08DF24CA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58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E07-14BC-52BF-C142-AFE2FEC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22C6-949D-B449-0133-49AD026F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68A9E-4B75-3866-1A08-CEBC5B56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EDBBA-62DC-52CB-DFE8-A8F03B00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7B88-03CB-4111-0B72-0FA76CDF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49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0A02-E4AB-290D-4EDA-CD8B5C4E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C72AB-3066-065B-061D-999A1BE45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28F8D-EB12-3836-BA5E-F3C46C39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EE4D0-194D-C7E0-2856-0130DDBC7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7B810-B5C1-C5E3-6A8B-C69E9686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4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1ADF-1CA5-2251-CAEC-17E0202B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25749-D798-3E0F-23FC-323DB9F21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897E0-5B18-7007-3E83-6F29C6CCF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B549D-02EF-5A6A-53A0-E3CBBEF8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B86B8-854D-88BA-B46B-EAC61325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5B5D5-61D1-2EAB-F705-9D5D6156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87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10CB-B44D-AD78-5516-1B5FA06F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A19E-533A-B2FE-D354-C8528D98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A4E22-D6DB-4960-F892-58333B4C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E98D3-2FDE-36CB-465D-2AC085A65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5920A-FCA6-0B45-B88E-D86CC2286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470644-8BCC-F56C-8A91-A6BC023A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A36C6-3891-2425-AA95-58EDBACE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D4073-A300-EFBD-E1B6-B56F64CF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47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49677-66BC-C78A-AB34-DC844FA5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311B9-4C41-F3E3-8952-E4CBD80E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CB601-5AAF-8F44-1A28-1B74B8EE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70BD-3CDC-22BF-0ABE-D592F2D1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08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AB4B1-3C5F-5F97-CD03-09711961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41C8A-5AF9-F369-BADD-3A028864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FAA44-3B67-0905-A5D5-62759AB1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11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8169-4717-B27A-8007-69D43625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F096B-3FC3-D62B-BA96-C6D42E708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2ED3E-DE19-4C88-403F-D54DDF453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0C8F3-52E8-2470-4659-D74BD836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CFEE0-9629-16C1-9C30-5B97F447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A35DA-9753-9493-71F1-5570A7C9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551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1CCF-20C1-C1D6-D9B0-C4F33E86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C56AD-E2B5-5EA8-DCA2-7D2FCBDF2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0BF7B-A27C-56AA-42A0-3E3CFEE33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237C-AB00-8601-51CC-1F68FA1F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1FC2-3B58-93B2-6543-F5DA9F1B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9A906-D183-D636-FBBF-230F807A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380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62BF-D7C0-4223-6C62-41BE218F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389B9-80E8-8598-8A36-7BECECB1B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52458-328A-DE40-E2B2-BF72BF1D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27438-4955-0F17-39DA-ECC53569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19F65-5AB3-B7F5-52A5-7C05A59D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61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C1975-4042-14C2-4DB1-83801940E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191B6-2E18-2E20-E534-6ECF113A9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16EF-4319-9577-75EC-EB5D20D2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F8FBC-4458-9EEF-061D-561865DC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605E-85CD-8251-EAE5-2DA9F89BE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7F8EC-1407-EA1B-6738-9C2694E4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FCD47-A315-C555-1FC9-5EB103315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5EA92-C369-648B-C30C-2DD2F445B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6E18D-A30F-4D3C-BC15-86FA9E93A319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6E9B-B634-2858-522D-9C6FBCA69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9D5B-FE12-4441-943F-FF16F2091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0CA2C-2E6C-4FE3-93A2-3CB35C2D53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37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3AFD80-202B-6481-4CB4-8D0A4176DCBF}"/>
              </a:ext>
            </a:extLst>
          </p:cNvPr>
          <p:cNvSpPr/>
          <p:nvPr/>
        </p:nvSpPr>
        <p:spPr>
          <a:xfrm>
            <a:off x="2863850" y="2660650"/>
            <a:ext cx="2997200" cy="8318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D1A219-A23A-E5A5-FBD4-9DAD99C53989}"/>
              </a:ext>
            </a:extLst>
          </p:cNvPr>
          <p:cNvSpPr/>
          <p:nvPr/>
        </p:nvSpPr>
        <p:spPr>
          <a:xfrm>
            <a:off x="2863850" y="2397124"/>
            <a:ext cx="2997200" cy="13874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631DC6-A275-95D4-1919-7EBE9DF736C7}"/>
              </a:ext>
            </a:extLst>
          </p:cNvPr>
          <p:cNvCxnSpPr>
            <a:cxnSpLocks/>
          </p:cNvCxnSpPr>
          <p:nvPr/>
        </p:nvCxnSpPr>
        <p:spPr>
          <a:xfrm flipV="1">
            <a:off x="3898900" y="2676525"/>
            <a:ext cx="1330325" cy="810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8EA692-5A61-434F-CE63-660A5F37C358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5229225" y="2686049"/>
            <a:ext cx="631825" cy="40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4A3300-F985-F75A-EE67-491D3F11AFEC}"/>
              </a:ext>
            </a:extLst>
          </p:cNvPr>
          <p:cNvCxnSpPr>
            <a:cxnSpLocks/>
          </p:cNvCxnSpPr>
          <p:nvPr/>
        </p:nvCxnSpPr>
        <p:spPr>
          <a:xfrm>
            <a:off x="5861050" y="3090861"/>
            <a:ext cx="552450" cy="792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37DD1A-29A2-F37E-BC33-9AF0448618C2}"/>
              </a:ext>
            </a:extLst>
          </p:cNvPr>
          <p:cNvCxnSpPr>
            <a:cxnSpLocks/>
          </p:cNvCxnSpPr>
          <p:nvPr/>
        </p:nvCxnSpPr>
        <p:spPr>
          <a:xfrm>
            <a:off x="2336800" y="3090861"/>
            <a:ext cx="4667250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0BB350-0923-5AF1-490C-79C4CCD2DE02}"/>
              </a:ext>
            </a:extLst>
          </p:cNvPr>
          <p:cNvCxnSpPr>
            <a:cxnSpLocks/>
          </p:cNvCxnSpPr>
          <p:nvPr/>
        </p:nvCxnSpPr>
        <p:spPr>
          <a:xfrm>
            <a:off x="5229225" y="2710654"/>
            <a:ext cx="0" cy="109855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E7802D-681E-3CC8-80E5-33B9A010817D}"/>
              </a:ext>
            </a:extLst>
          </p:cNvPr>
          <p:cNvSpPr txBox="1"/>
          <p:nvPr/>
        </p:nvSpPr>
        <p:spPr>
          <a:xfrm>
            <a:off x="2819517" y="2710654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40CE20-D798-8422-4C6D-ECFFC239346D}"/>
              </a:ext>
            </a:extLst>
          </p:cNvPr>
          <p:cNvSpPr txBox="1"/>
          <p:nvPr/>
        </p:nvSpPr>
        <p:spPr>
          <a:xfrm>
            <a:off x="2819517" y="2313542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2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A23A0-5612-76BB-AB6C-9292A6ACE7BA}"/>
              </a:ext>
            </a:extLst>
          </p:cNvPr>
          <p:cNvSpPr txBox="1"/>
          <p:nvPr/>
        </p:nvSpPr>
        <p:spPr>
          <a:xfrm>
            <a:off x="2324159" y="242660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entury" panose="02040604050505020304" pitchFamily="18" charset="0"/>
              </a:rPr>
              <a:t>n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35C2DC0-69C3-8F26-D3EB-E6CDE76C0928}"/>
              </a:ext>
            </a:extLst>
          </p:cNvPr>
          <p:cNvSpPr/>
          <p:nvPr/>
        </p:nvSpPr>
        <p:spPr>
          <a:xfrm rot="2501802">
            <a:off x="5102567" y="2759457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893FA09-FE1A-5319-FBA1-EB8F1CF5B11F}"/>
              </a:ext>
            </a:extLst>
          </p:cNvPr>
          <p:cNvSpPr/>
          <p:nvPr/>
        </p:nvSpPr>
        <p:spPr>
          <a:xfrm>
            <a:off x="5631325" y="2971800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AD3749B-4663-0FA8-BC7F-D23EDE84DCF5}"/>
              </a:ext>
            </a:extLst>
          </p:cNvPr>
          <p:cNvSpPr/>
          <p:nvPr/>
        </p:nvSpPr>
        <p:spPr>
          <a:xfrm>
            <a:off x="5962650" y="3092450"/>
            <a:ext cx="55688" cy="133350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A7E50E-FBFC-5179-ED6E-ED7587A1CF52}"/>
              </a:ext>
            </a:extLst>
          </p:cNvPr>
          <p:cNvSpPr txBox="1"/>
          <p:nvPr/>
        </p:nvSpPr>
        <p:spPr>
          <a:xfrm>
            <a:off x="5997577" y="3059668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86AC0D-2E5C-D483-1964-DD417D31414E}"/>
              </a:ext>
            </a:extLst>
          </p:cNvPr>
          <p:cNvSpPr txBox="1"/>
          <p:nvPr/>
        </p:nvSpPr>
        <p:spPr>
          <a:xfrm>
            <a:off x="4896922" y="2737125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9DA33A-EDD1-9BA4-B9B1-7F99B81CBB8A}"/>
              </a:ext>
            </a:extLst>
          </p:cNvPr>
          <p:cNvSpPr txBox="1"/>
          <p:nvPr/>
        </p:nvSpPr>
        <p:spPr>
          <a:xfrm>
            <a:off x="5302394" y="2731054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5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E137E0-B2ED-C8C9-7992-7CB37C0A1763}"/>
              </a:ext>
            </a:extLst>
          </p:cNvPr>
          <p:cNvSpPr/>
          <p:nvPr/>
        </p:nvSpPr>
        <p:spPr>
          <a:xfrm rot="18169158">
            <a:off x="7693523" y="3153959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C4374E8-647A-C90F-F6B8-B41523AF4128}"/>
              </a:ext>
            </a:extLst>
          </p:cNvPr>
          <p:cNvSpPr/>
          <p:nvPr/>
        </p:nvSpPr>
        <p:spPr>
          <a:xfrm>
            <a:off x="7793411" y="3680594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15D5243-4672-7F80-A7E3-70A29EA3C01E}"/>
              </a:ext>
            </a:extLst>
          </p:cNvPr>
          <p:cNvSpPr/>
          <p:nvPr/>
        </p:nvSpPr>
        <p:spPr>
          <a:xfrm rot="18947255">
            <a:off x="6866380" y="2916431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E6302D-0D90-6800-7B17-59875B41F0BD}"/>
              </a:ext>
            </a:extLst>
          </p:cNvPr>
          <p:cNvSpPr txBox="1"/>
          <p:nvPr/>
        </p:nvSpPr>
        <p:spPr>
          <a:xfrm>
            <a:off x="6906826" y="2731696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879036-8F6D-7C17-3E3C-4E9842827FC9}"/>
              </a:ext>
            </a:extLst>
          </p:cNvPr>
          <p:cNvSpPr txBox="1"/>
          <p:nvPr/>
        </p:nvSpPr>
        <p:spPr>
          <a:xfrm>
            <a:off x="8028301" y="3013157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822BB-0BAA-D228-C363-63CE478C8603}"/>
              </a:ext>
            </a:extLst>
          </p:cNvPr>
          <p:cNvSpPr txBox="1"/>
          <p:nvPr/>
        </p:nvSpPr>
        <p:spPr>
          <a:xfrm>
            <a:off x="6164377" y="3052045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29AC0BD-261F-F62B-57E2-576909DC9638}"/>
              </a:ext>
            </a:extLst>
          </p:cNvPr>
          <p:cNvGrpSpPr/>
          <p:nvPr/>
        </p:nvGrpSpPr>
        <p:grpSpPr>
          <a:xfrm>
            <a:off x="2324159" y="2313542"/>
            <a:ext cx="5931078" cy="1481687"/>
            <a:chOff x="2324159" y="2313542"/>
            <a:chExt cx="5931078" cy="148168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B5618A7-D910-1168-92F7-CAEF0A22794A}"/>
                </a:ext>
              </a:extLst>
            </p:cNvPr>
            <p:cNvGrpSpPr/>
            <p:nvPr/>
          </p:nvGrpSpPr>
          <p:grpSpPr>
            <a:xfrm>
              <a:off x="2324159" y="2313542"/>
              <a:ext cx="5931078" cy="1471057"/>
              <a:chOff x="2324159" y="2313542"/>
              <a:chExt cx="5931078" cy="14710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8F4074F-9576-C93A-FCF8-F245E1F738C0}"/>
                  </a:ext>
                </a:extLst>
              </p:cNvPr>
              <p:cNvSpPr/>
              <p:nvPr/>
            </p:nvSpPr>
            <p:spPr>
              <a:xfrm>
                <a:off x="2863850" y="2660649"/>
                <a:ext cx="2997200" cy="8318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65482D7-5B4C-FED5-C188-8E2DF20A7D91}"/>
                  </a:ext>
                </a:extLst>
              </p:cNvPr>
              <p:cNvSpPr/>
              <p:nvPr/>
            </p:nvSpPr>
            <p:spPr>
              <a:xfrm>
                <a:off x="2863850" y="2397124"/>
                <a:ext cx="2997200" cy="13874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16AC5DD-93A6-2F66-9000-89EDDC855E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6800" y="3090861"/>
                <a:ext cx="5918437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9BEC6E-E53B-185C-CAC6-501536710118}"/>
                  </a:ext>
                </a:extLst>
              </p:cNvPr>
              <p:cNvSpPr txBox="1"/>
              <p:nvPr/>
            </p:nvSpPr>
            <p:spPr>
              <a:xfrm>
                <a:off x="2819517" y="271065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1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3ABBE2-250C-81CD-CD9D-E999C677FBFC}"/>
                  </a:ext>
                </a:extLst>
              </p:cNvPr>
              <p:cNvSpPr txBox="1"/>
              <p:nvPr/>
            </p:nvSpPr>
            <p:spPr>
              <a:xfrm>
                <a:off x="2819517" y="231354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2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FEFF3F-46D4-F086-1A11-8DED7676E3CE}"/>
                  </a:ext>
                </a:extLst>
              </p:cNvPr>
              <p:cNvSpPr txBox="1"/>
              <p:nvPr/>
            </p:nvSpPr>
            <p:spPr>
              <a:xfrm>
                <a:off x="2324159" y="242660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0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FD798120-99E5-3C05-8F96-A2AB9CA46F32}"/>
                  </a:ext>
                </a:extLst>
              </p:cNvPr>
              <p:cNvSpPr/>
              <p:nvPr/>
            </p:nvSpPr>
            <p:spPr>
              <a:xfrm>
                <a:off x="5861050" y="2660650"/>
                <a:ext cx="2214718" cy="112120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52DF520-804F-48EA-15EB-2B95BC6560A1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flipH="1" flipV="1">
                <a:off x="5291598" y="2397124"/>
                <a:ext cx="569452" cy="2635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F6D99B0-ACB3-3AEC-FF4F-A5B03B85A27A}"/>
                  </a:ext>
                </a:extLst>
              </p:cNvPr>
              <p:cNvSpPr/>
              <p:nvPr/>
            </p:nvSpPr>
            <p:spPr>
              <a:xfrm>
                <a:off x="5861050" y="3494088"/>
                <a:ext cx="2214725" cy="287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A745AAD-F121-4130-1765-4EE664130486}"/>
                  </a:ext>
                </a:extLst>
              </p:cNvPr>
              <p:cNvSpPr/>
              <p:nvPr/>
            </p:nvSpPr>
            <p:spPr>
              <a:xfrm>
                <a:off x="5836416" y="2682873"/>
                <a:ext cx="58811" cy="109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F1DE3CC-76A2-0610-9ED2-0C76830B4A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1499" y="3494088"/>
                <a:ext cx="40450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3DDF3BFB-B5EE-7C3C-3CCF-8D936F91F8FD}"/>
                </a:ext>
              </a:extLst>
            </p:cNvPr>
            <p:cNvSpPr/>
            <p:nvPr/>
          </p:nvSpPr>
          <p:spPr>
            <a:xfrm rot="10800000">
              <a:off x="5219906" y="2357670"/>
              <a:ext cx="809389" cy="36933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23FA6277-2FF8-67C1-1FE2-0D103ABD7BA7}"/>
                </a:ext>
              </a:extLst>
            </p:cNvPr>
            <p:cNvSpPr/>
            <p:nvPr/>
          </p:nvSpPr>
          <p:spPr>
            <a:xfrm rot="10800000">
              <a:off x="7062859" y="3255947"/>
              <a:ext cx="1037537" cy="53928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C74ECE-5BC0-D5C0-E4DE-4186510473C8}"/>
              </a:ext>
            </a:extLst>
          </p:cNvPr>
          <p:cNvCxnSpPr>
            <a:cxnSpLocks/>
          </p:cNvCxnSpPr>
          <p:nvPr/>
        </p:nvCxnSpPr>
        <p:spPr>
          <a:xfrm flipV="1">
            <a:off x="3230207" y="3086641"/>
            <a:ext cx="3501788" cy="8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5417F0-49F9-34EB-458D-44747F3D84DD}"/>
              </a:ext>
            </a:extLst>
          </p:cNvPr>
          <p:cNvCxnSpPr>
            <a:cxnSpLocks/>
          </p:cNvCxnSpPr>
          <p:nvPr/>
        </p:nvCxnSpPr>
        <p:spPr>
          <a:xfrm>
            <a:off x="6768764" y="3101028"/>
            <a:ext cx="1606115" cy="2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9F2F9CF-DEC3-B74D-47E6-B5F70ADE03A8}"/>
              </a:ext>
            </a:extLst>
          </p:cNvPr>
          <p:cNvCxnSpPr>
            <a:cxnSpLocks/>
          </p:cNvCxnSpPr>
          <p:nvPr/>
        </p:nvCxnSpPr>
        <p:spPr>
          <a:xfrm flipV="1">
            <a:off x="6544917" y="2694790"/>
            <a:ext cx="447695" cy="765158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25C2ABF-66F4-9246-AD15-979D08A588FC}"/>
              </a:ext>
            </a:extLst>
          </p:cNvPr>
          <p:cNvSpPr/>
          <p:nvPr/>
        </p:nvSpPr>
        <p:spPr>
          <a:xfrm rot="7663402">
            <a:off x="6526325" y="3081216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DC1867-FAFE-FBEB-7D4F-6D6BB814B2F3}"/>
              </a:ext>
            </a:extLst>
          </p:cNvPr>
          <p:cNvSpPr txBox="1"/>
          <p:nvPr/>
        </p:nvSpPr>
        <p:spPr>
          <a:xfrm>
            <a:off x="7317902" y="34874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ja-JP" dirty="0"/>
              <a:t>β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70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DBF01-B8E4-05D0-5CF6-BABD5BB9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FCA49F6-0866-5F3D-55C3-133BCF727F80}"/>
              </a:ext>
            </a:extLst>
          </p:cNvPr>
          <p:cNvSpPr/>
          <p:nvPr/>
        </p:nvSpPr>
        <p:spPr>
          <a:xfrm rot="18169158">
            <a:off x="7693523" y="3153959"/>
            <a:ext cx="127000" cy="78610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B6BD4E2-0301-0285-D82D-A867D470D1F1}"/>
              </a:ext>
            </a:extLst>
          </p:cNvPr>
          <p:cNvSpPr/>
          <p:nvPr/>
        </p:nvSpPr>
        <p:spPr>
          <a:xfrm>
            <a:off x="7793411" y="3680594"/>
            <a:ext cx="39225" cy="107950"/>
          </a:xfrm>
          <a:custGeom>
            <a:avLst/>
            <a:gdLst>
              <a:gd name="csX0" fmla="*/ 39225 w 39225"/>
              <a:gd name="csY0" fmla="*/ 0 h 107950"/>
              <a:gd name="csX1" fmla="*/ 1125 w 39225"/>
              <a:gd name="csY1" fmla="*/ 50800 h 107950"/>
              <a:gd name="csX2" fmla="*/ 13825 w 39225"/>
              <a:gd name="csY2" fmla="*/ 107950 h 107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225" h="107950">
                <a:moveTo>
                  <a:pt x="39225" y="0"/>
                </a:moveTo>
                <a:cubicBezTo>
                  <a:pt x="22291" y="16404"/>
                  <a:pt x="5358" y="32808"/>
                  <a:pt x="1125" y="50800"/>
                </a:cubicBezTo>
                <a:cubicBezTo>
                  <a:pt x="-3108" y="68792"/>
                  <a:pt x="5358" y="88371"/>
                  <a:pt x="13825" y="1079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1A675CA-0D94-0646-D3E1-20E145F3C2F4}"/>
              </a:ext>
            </a:extLst>
          </p:cNvPr>
          <p:cNvSpPr/>
          <p:nvPr/>
        </p:nvSpPr>
        <p:spPr>
          <a:xfrm rot="18947255">
            <a:off x="6866380" y="2916431"/>
            <a:ext cx="106211" cy="214277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190DA-B024-39EC-4EBC-051C7990DA78}"/>
              </a:ext>
            </a:extLst>
          </p:cNvPr>
          <p:cNvSpPr txBox="1"/>
          <p:nvPr/>
        </p:nvSpPr>
        <p:spPr>
          <a:xfrm>
            <a:off x="6906826" y="2731696"/>
            <a:ext cx="53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D5A08C-EFE6-DF91-BB8E-5342DE68B89C}"/>
              </a:ext>
            </a:extLst>
          </p:cNvPr>
          <p:cNvSpPr txBox="1"/>
          <p:nvPr/>
        </p:nvSpPr>
        <p:spPr>
          <a:xfrm>
            <a:off x="8028301" y="3013157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0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7D0FA8-F7E0-4AF4-9610-D8C149046471}"/>
              </a:ext>
            </a:extLst>
          </p:cNvPr>
          <p:cNvSpPr txBox="1"/>
          <p:nvPr/>
        </p:nvSpPr>
        <p:spPr>
          <a:xfrm>
            <a:off x="6239908" y="3090493"/>
            <a:ext cx="49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dirty="0">
                <a:latin typeface="Century" panose="02040604050505020304" pitchFamily="18" charset="0"/>
              </a:rPr>
              <a:t>φ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69EE6F-8510-8228-4ECF-061BC6718F7E}"/>
              </a:ext>
            </a:extLst>
          </p:cNvPr>
          <p:cNvGrpSpPr/>
          <p:nvPr/>
        </p:nvGrpSpPr>
        <p:grpSpPr>
          <a:xfrm>
            <a:off x="2324159" y="2313542"/>
            <a:ext cx="5931078" cy="1481687"/>
            <a:chOff x="2324159" y="2313542"/>
            <a:chExt cx="5931078" cy="148168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1ED17E4-1E1B-D106-5FC9-FB6CBE538F31}"/>
                </a:ext>
              </a:extLst>
            </p:cNvPr>
            <p:cNvGrpSpPr/>
            <p:nvPr/>
          </p:nvGrpSpPr>
          <p:grpSpPr>
            <a:xfrm>
              <a:off x="2324159" y="2313542"/>
              <a:ext cx="5931078" cy="1471057"/>
              <a:chOff x="2324159" y="2313542"/>
              <a:chExt cx="5931078" cy="147105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07BFED6-D616-DD57-970E-5E390144514E}"/>
                  </a:ext>
                </a:extLst>
              </p:cNvPr>
              <p:cNvSpPr/>
              <p:nvPr/>
            </p:nvSpPr>
            <p:spPr>
              <a:xfrm>
                <a:off x="2863850" y="2660649"/>
                <a:ext cx="2997200" cy="8318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1B513D-1338-BA4D-CBB3-D47CD357B53F}"/>
                  </a:ext>
                </a:extLst>
              </p:cNvPr>
              <p:cNvSpPr/>
              <p:nvPr/>
            </p:nvSpPr>
            <p:spPr>
              <a:xfrm>
                <a:off x="2863850" y="2397124"/>
                <a:ext cx="2997200" cy="13874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834CB02-651D-1E3B-4959-5901D6B4B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6800" y="3090861"/>
                <a:ext cx="5918437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CE8D19-0530-CA46-151D-FA00F649898D}"/>
                  </a:ext>
                </a:extLst>
              </p:cNvPr>
              <p:cNvSpPr txBox="1"/>
              <p:nvPr/>
            </p:nvSpPr>
            <p:spPr>
              <a:xfrm>
                <a:off x="2819517" y="2710654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1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53FD70-D048-3186-4048-0678418A41E5}"/>
                  </a:ext>
                </a:extLst>
              </p:cNvPr>
              <p:cNvSpPr txBox="1"/>
              <p:nvPr/>
            </p:nvSpPr>
            <p:spPr>
              <a:xfrm>
                <a:off x="2819517" y="231354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2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F24CCE-CF06-8419-A765-48D45730C5A7}"/>
                  </a:ext>
                </a:extLst>
              </p:cNvPr>
              <p:cNvSpPr txBox="1"/>
              <p:nvPr/>
            </p:nvSpPr>
            <p:spPr>
              <a:xfrm>
                <a:off x="2324159" y="242660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latin typeface="Century" panose="02040604050505020304" pitchFamily="18" charset="0"/>
                  </a:rPr>
                  <a:t>n</a:t>
                </a:r>
                <a:r>
                  <a:rPr kumimoji="1" lang="en-US" altLang="ja-JP" baseline="-25000" dirty="0">
                    <a:latin typeface="Century" panose="02040604050505020304" pitchFamily="18" charset="0"/>
                  </a:rPr>
                  <a:t>0</a:t>
                </a:r>
                <a:endParaRPr kumimoji="1" lang="ja-JP" altLang="en-US" baseline="-25000" dirty="0">
                  <a:latin typeface="Century" panose="02040604050505020304" pitchFamily="18" charset="0"/>
                </a:endParaRPr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521A1DF6-5525-4A66-8E07-C910842E07C1}"/>
                  </a:ext>
                </a:extLst>
              </p:cNvPr>
              <p:cNvSpPr/>
              <p:nvPr/>
            </p:nvSpPr>
            <p:spPr>
              <a:xfrm>
                <a:off x="5861050" y="2660650"/>
                <a:ext cx="2214718" cy="112120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C0BA5EE-07B8-C3DE-CE7F-2ABE9EEA9A59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flipH="1" flipV="1">
                <a:off x="5291598" y="2397124"/>
                <a:ext cx="569452" cy="26352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4B2D5-6DFC-5D87-72D7-58BC7F5599C8}"/>
                  </a:ext>
                </a:extLst>
              </p:cNvPr>
              <p:cNvSpPr/>
              <p:nvPr/>
            </p:nvSpPr>
            <p:spPr>
              <a:xfrm>
                <a:off x="5861050" y="3494088"/>
                <a:ext cx="2214725" cy="287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12758A7-3327-77D4-DFF8-006D24D2331A}"/>
                  </a:ext>
                </a:extLst>
              </p:cNvPr>
              <p:cNvSpPr/>
              <p:nvPr/>
            </p:nvSpPr>
            <p:spPr>
              <a:xfrm>
                <a:off x="5836416" y="2682873"/>
                <a:ext cx="58811" cy="109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9BA764B-6608-A5C8-EE7B-C20FFA310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1499" y="3494088"/>
                <a:ext cx="40450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9589E48A-3AF5-4A00-2149-50C6C7EED1A2}"/>
                </a:ext>
              </a:extLst>
            </p:cNvPr>
            <p:cNvSpPr/>
            <p:nvPr/>
          </p:nvSpPr>
          <p:spPr>
            <a:xfrm rot="10800000">
              <a:off x="5219906" y="2357670"/>
              <a:ext cx="809389" cy="36933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C4422EC7-79C6-C58A-455B-457B66B2D169}"/>
                </a:ext>
              </a:extLst>
            </p:cNvPr>
            <p:cNvSpPr/>
            <p:nvPr/>
          </p:nvSpPr>
          <p:spPr>
            <a:xfrm rot="10800000">
              <a:off x="7062859" y="3255947"/>
              <a:ext cx="1037537" cy="53928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AC269D-DAA3-B0D9-E998-1EE5499E79C0}"/>
              </a:ext>
            </a:extLst>
          </p:cNvPr>
          <p:cNvCxnSpPr>
            <a:cxnSpLocks/>
          </p:cNvCxnSpPr>
          <p:nvPr/>
        </p:nvCxnSpPr>
        <p:spPr>
          <a:xfrm flipV="1">
            <a:off x="5691499" y="3086641"/>
            <a:ext cx="1040496" cy="400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AC9621-48F7-0BC9-FFC1-82800EBB39FB}"/>
              </a:ext>
            </a:extLst>
          </p:cNvPr>
          <p:cNvCxnSpPr>
            <a:cxnSpLocks/>
          </p:cNvCxnSpPr>
          <p:nvPr/>
        </p:nvCxnSpPr>
        <p:spPr>
          <a:xfrm>
            <a:off x="6768764" y="3101028"/>
            <a:ext cx="1606115" cy="281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6A0173-5217-33B4-6CAF-0C2B1EF582B0}"/>
              </a:ext>
            </a:extLst>
          </p:cNvPr>
          <p:cNvCxnSpPr>
            <a:cxnSpLocks/>
          </p:cNvCxnSpPr>
          <p:nvPr/>
        </p:nvCxnSpPr>
        <p:spPr>
          <a:xfrm flipV="1">
            <a:off x="6544917" y="2694790"/>
            <a:ext cx="447695" cy="765158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30AC5B4-6639-294D-9A95-FC017703F8AA}"/>
              </a:ext>
            </a:extLst>
          </p:cNvPr>
          <p:cNvSpPr/>
          <p:nvPr/>
        </p:nvSpPr>
        <p:spPr>
          <a:xfrm rot="7663402">
            <a:off x="6561307" y="3152505"/>
            <a:ext cx="45719" cy="155505"/>
          </a:xfrm>
          <a:custGeom>
            <a:avLst/>
            <a:gdLst>
              <a:gd name="csX0" fmla="*/ 50800 w 55688"/>
              <a:gd name="csY0" fmla="*/ 0 h 133350"/>
              <a:gd name="csX1" fmla="*/ 50800 w 55688"/>
              <a:gd name="csY1" fmla="*/ 82550 h 133350"/>
              <a:gd name="csX2" fmla="*/ 0 w 55688"/>
              <a:gd name="csY2" fmla="*/ 1333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688" h="133350">
                <a:moveTo>
                  <a:pt x="50800" y="0"/>
                </a:moveTo>
                <a:cubicBezTo>
                  <a:pt x="55033" y="30162"/>
                  <a:pt x="59267" y="60325"/>
                  <a:pt x="50800" y="82550"/>
                </a:cubicBezTo>
                <a:cubicBezTo>
                  <a:pt x="42333" y="104775"/>
                  <a:pt x="21166" y="119062"/>
                  <a:pt x="0" y="1333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42B6C-AB0E-A2E6-CC4F-4DE7A6B8FDFF}"/>
              </a:ext>
            </a:extLst>
          </p:cNvPr>
          <p:cNvSpPr txBox="1"/>
          <p:nvPr/>
        </p:nvSpPr>
        <p:spPr>
          <a:xfrm>
            <a:off x="7317902" y="34874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ja-JP" dirty="0"/>
              <a:t>β</a:t>
            </a:r>
            <a:endParaRPr kumimoji="1" lang="ja-JP" alt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733E59-43E3-CE77-2815-7A20D21397C1}"/>
              </a:ext>
            </a:extLst>
          </p:cNvPr>
          <p:cNvCxnSpPr>
            <a:cxnSpLocks/>
          </p:cNvCxnSpPr>
          <p:nvPr/>
        </p:nvCxnSpPr>
        <p:spPr>
          <a:xfrm>
            <a:off x="2863850" y="2710654"/>
            <a:ext cx="2865957" cy="783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547D20-911B-5659-20EF-E3D4F2DCF6AE}"/>
              </a:ext>
            </a:extLst>
          </p:cNvPr>
          <p:cNvCxnSpPr>
            <a:cxnSpLocks/>
          </p:cNvCxnSpPr>
          <p:nvPr/>
        </p:nvCxnSpPr>
        <p:spPr>
          <a:xfrm flipV="1">
            <a:off x="5681581" y="2810586"/>
            <a:ext cx="7550" cy="680917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B763FA-58C7-378E-7BF2-B039D1736BD3}"/>
              </a:ext>
            </a:extLst>
          </p:cNvPr>
          <p:cNvSpPr txBox="1"/>
          <p:nvPr/>
        </p:nvSpPr>
        <p:spPr>
          <a:xfrm>
            <a:off x="5646710" y="3018912"/>
            <a:ext cx="394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l-GR" altLang="ja-JP" dirty="0">
                <a:latin typeface="Century" panose="02040604050505020304" pitchFamily="18" charset="0"/>
              </a:rPr>
              <a:t>θ</a:t>
            </a:r>
            <a:r>
              <a:rPr kumimoji="1" lang="en-US" altLang="ja-JP" baseline="-25000" dirty="0">
                <a:latin typeface="Century" panose="02040604050505020304" pitchFamily="18" charset="0"/>
              </a:rPr>
              <a:t>1</a:t>
            </a:r>
            <a:endParaRPr kumimoji="1" lang="ja-JP" altLang="en-US" baseline="-25000" dirty="0">
              <a:latin typeface="Century" panose="02040604050505020304" pitchFamily="18" charset="0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474294C-4347-7F29-464B-BC4EDDB38188}"/>
              </a:ext>
            </a:extLst>
          </p:cNvPr>
          <p:cNvSpPr/>
          <p:nvPr/>
        </p:nvSpPr>
        <p:spPr>
          <a:xfrm rot="13480235">
            <a:off x="5682754" y="3356826"/>
            <a:ext cx="156416" cy="79377"/>
          </a:xfrm>
          <a:custGeom>
            <a:avLst/>
            <a:gdLst>
              <a:gd name="csX0" fmla="*/ 0 w 127000"/>
              <a:gd name="csY0" fmla="*/ 76200 h 78610"/>
              <a:gd name="csX1" fmla="*/ 88900 w 127000"/>
              <a:gd name="csY1" fmla="*/ 69850 h 78610"/>
              <a:gd name="csX2" fmla="*/ 127000 w 127000"/>
              <a:gd name="csY2" fmla="*/ 0 h 78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7000" h="78610">
                <a:moveTo>
                  <a:pt x="0" y="76200"/>
                </a:moveTo>
                <a:cubicBezTo>
                  <a:pt x="34396" y="78316"/>
                  <a:pt x="67733" y="82550"/>
                  <a:pt x="88900" y="69850"/>
                </a:cubicBezTo>
                <a:cubicBezTo>
                  <a:pt x="110067" y="57150"/>
                  <a:pt x="118533" y="28575"/>
                  <a:pt x="12700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32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1CD74A-F737-D5D1-554B-70604072A7E3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67F52-3B59-05D8-ABAB-EABB44C8059D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259DBD-9E4D-4CC2-BE54-2818D54D0DEF}"/>
              </a:ext>
            </a:extLst>
          </p:cNvPr>
          <p:cNvCxnSpPr>
            <a:stCxn id="4" idx="0"/>
          </p:cNvCxnSpPr>
          <p:nvPr/>
        </p:nvCxnSpPr>
        <p:spPr>
          <a:xfrm>
            <a:off x="3686175" y="1981200"/>
            <a:ext cx="39719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171B55-E2D9-CB95-0358-6F3DC77B8F2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40798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95D5CF-252B-3FA6-9ACC-88CEA6D1F1B1}"/>
              </a:ext>
            </a:extLst>
          </p:cNvPr>
          <p:cNvSpPr txBox="1"/>
          <p:nvPr/>
        </p:nvSpPr>
        <p:spPr>
          <a:xfrm>
            <a:off x="3407092" y="20711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clad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5D5FE-54C5-6F8A-E447-040355450C1F}"/>
              </a:ext>
            </a:extLst>
          </p:cNvPr>
          <p:cNvSpPr txBox="1"/>
          <p:nvPr/>
        </p:nvSpPr>
        <p:spPr>
          <a:xfrm>
            <a:off x="3380549" y="288399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core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5E283A-093A-FB76-0A34-F470FCF62CEA}"/>
              </a:ext>
            </a:extLst>
          </p:cNvPr>
          <p:cNvCxnSpPr/>
          <p:nvPr/>
        </p:nvCxnSpPr>
        <p:spPr>
          <a:xfrm>
            <a:off x="1693193" y="3150632"/>
            <a:ext cx="996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1FB1E9-7425-2D48-5201-E3CD6A91171E}"/>
              </a:ext>
            </a:extLst>
          </p:cNvPr>
          <p:cNvCxnSpPr>
            <a:cxnSpLocks/>
          </p:cNvCxnSpPr>
          <p:nvPr/>
        </p:nvCxnSpPr>
        <p:spPr>
          <a:xfrm flipV="1">
            <a:off x="1699543" y="2356882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1D44DA-3B20-BA49-6B9B-F417DECF01FC}"/>
              </a:ext>
            </a:extLst>
          </p:cNvPr>
          <p:cNvCxnSpPr>
            <a:cxnSpLocks/>
          </p:cNvCxnSpPr>
          <p:nvPr/>
        </p:nvCxnSpPr>
        <p:spPr>
          <a:xfrm>
            <a:off x="1699543" y="3150632"/>
            <a:ext cx="67945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3E61E5-18F8-6307-9D1F-99A44501E02F}"/>
              </a:ext>
            </a:extLst>
          </p:cNvPr>
          <p:cNvSpPr txBox="1"/>
          <p:nvPr/>
        </p:nvSpPr>
        <p:spPr>
          <a:xfrm>
            <a:off x="1549502" y="1981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2EEB3-9C8E-EB00-0555-56FAFEE6E44C}"/>
              </a:ext>
            </a:extLst>
          </p:cNvPr>
          <p:cNvSpPr txBox="1"/>
          <p:nvPr/>
        </p:nvSpPr>
        <p:spPr>
          <a:xfrm>
            <a:off x="2363845" y="33125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B9B83F-2574-D5EF-8F4C-7699F3AB710E}"/>
              </a:ext>
            </a:extLst>
          </p:cNvPr>
          <p:cNvSpPr txBox="1"/>
          <p:nvPr/>
        </p:nvSpPr>
        <p:spPr>
          <a:xfrm>
            <a:off x="2385343" y="281305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3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06BB5F-6D76-3735-F631-64DB3A86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92358"/>
            <a:ext cx="5696745" cy="313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767D0-4433-CD71-E66E-E5B50F3E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25" y="2792358"/>
            <a:ext cx="5860575" cy="28431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4E51C-9E36-37CB-B5B6-49229FB8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5" y="-101047"/>
            <a:ext cx="11557320" cy="289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5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489AF-E837-9982-E5AC-FB7663DA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9178"/>
            <a:ext cx="12192000" cy="3439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A9D52A-AF4E-1080-2C81-0AA569F608D2}"/>
              </a:ext>
            </a:extLst>
          </p:cNvPr>
          <p:cNvSpPr txBox="1"/>
          <p:nvPr/>
        </p:nvSpPr>
        <p:spPr>
          <a:xfrm>
            <a:off x="184484" y="1339846"/>
            <a:ext cx="6162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400G-ZR/ZR+</a:t>
            </a:r>
            <a:r>
              <a:rPr lang="ja-JP" altLang="en-US" dirty="0"/>
              <a:t>とは？</a:t>
            </a:r>
          </a:p>
        </p:txBody>
      </p:sp>
    </p:spTree>
    <p:extLst>
      <p:ext uri="{BB962C8B-B14F-4D97-AF65-F5344CB8AC3E}">
        <p14:creationId xmlns:p14="http://schemas.microsoft.com/office/powerpoint/2010/main" val="191624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A0CB-9278-FB5E-2CE4-D9AF5285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0AF85B-32BB-9CF0-A26B-024C4F8F4DA0}"/>
              </a:ext>
            </a:extLst>
          </p:cNvPr>
          <p:cNvSpPr/>
          <p:nvPr/>
        </p:nvSpPr>
        <p:spPr>
          <a:xfrm>
            <a:off x="2946400" y="1981200"/>
            <a:ext cx="1479550" cy="2120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4036EB-B3B7-2796-197B-3DFA267B8911}"/>
              </a:ext>
            </a:extLst>
          </p:cNvPr>
          <p:cNvSpPr/>
          <p:nvPr/>
        </p:nvSpPr>
        <p:spPr>
          <a:xfrm>
            <a:off x="3282950" y="2495550"/>
            <a:ext cx="737532" cy="10572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6AE2C9-EDEC-4F2C-6B59-CA7EDA86C274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3686175" y="1981200"/>
            <a:ext cx="5815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289FD3-1CB9-AAA8-0969-12D0AFECF816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3686175" y="4102100"/>
            <a:ext cx="59812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D5879B-5B35-067F-01E2-B62B34C164C0}"/>
              </a:ext>
            </a:extLst>
          </p:cNvPr>
          <p:cNvSpPr txBox="1"/>
          <p:nvPr/>
        </p:nvSpPr>
        <p:spPr>
          <a:xfrm>
            <a:off x="3407092" y="2071193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clad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9BCC03-9C2D-9ACD-66E7-0CF58B8994E9}"/>
              </a:ext>
            </a:extLst>
          </p:cNvPr>
          <p:cNvSpPr txBox="1"/>
          <p:nvPr/>
        </p:nvSpPr>
        <p:spPr>
          <a:xfrm>
            <a:off x="3380549" y="2883993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times" panose="02020603050405020304" pitchFamily="18" charset="0"/>
                <a:cs typeface="times" panose="02020603050405020304" pitchFamily="18" charset="0"/>
              </a:rPr>
              <a:t>n</a:t>
            </a:r>
            <a:r>
              <a:rPr kumimoji="1" lang="en-US" altLang="ja-JP" baseline="-25000" dirty="0" err="1">
                <a:latin typeface="times" panose="02020603050405020304" pitchFamily="18" charset="0"/>
                <a:cs typeface="times" panose="02020603050405020304" pitchFamily="18" charset="0"/>
              </a:rPr>
              <a:t>core</a:t>
            </a:r>
            <a:endParaRPr kumimoji="1" lang="ja-JP" altLang="en-US" baseline="-25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9A6541-A0BB-A427-8D2D-6F11B8EE0F12}"/>
              </a:ext>
            </a:extLst>
          </p:cNvPr>
          <p:cNvCxnSpPr/>
          <p:nvPr/>
        </p:nvCxnSpPr>
        <p:spPr>
          <a:xfrm>
            <a:off x="1693193" y="3150632"/>
            <a:ext cx="996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349CCE-19D0-ABC0-9E02-3DDC1F4BF859}"/>
              </a:ext>
            </a:extLst>
          </p:cNvPr>
          <p:cNvCxnSpPr>
            <a:cxnSpLocks/>
          </p:cNvCxnSpPr>
          <p:nvPr/>
        </p:nvCxnSpPr>
        <p:spPr>
          <a:xfrm flipV="1">
            <a:off x="1699543" y="2356882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0AB565-9E4A-29AE-3D3E-AA1FA1293C7B}"/>
              </a:ext>
            </a:extLst>
          </p:cNvPr>
          <p:cNvCxnSpPr>
            <a:cxnSpLocks/>
          </p:cNvCxnSpPr>
          <p:nvPr/>
        </p:nvCxnSpPr>
        <p:spPr>
          <a:xfrm>
            <a:off x="1699543" y="3150632"/>
            <a:ext cx="679450" cy="32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ADAD0E8-3CD1-93DC-0B6F-253477E65E11}"/>
              </a:ext>
            </a:extLst>
          </p:cNvPr>
          <p:cNvSpPr txBox="1"/>
          <p:nvPr/>
        </p:nvSpPr>
        <p:spPr>
          <a:xfrm>
            <a:off x="1549502" y="1981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x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DCFA8B-A69D-6AD1-893B-2C2D9CF76E33}"/>
              </a:ext>
            </a:extLst>
          </p:cNvPr>
          <p:cNvSpPr txBox="1"/>
          <p:nvPr/>
        </p:nvSpPr>
        <p:spPr>
          <a:xfrm>
            <a:off x="2363845" y="331255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y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86978B-3C32-CEB5-9771-EF4EB75974B8}"/>
              </a:ext>
            </a:extLst>
          </p:cNvPr>
          <p:cNvSpPr txBox="1"/>
          <p:nvPr/>
        </p:nvSpPr>
        <p:spPr>
          <a:xfrm>
            <a:off x="2385343" y="281305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times" panose="02020603050405020304" pitchFamily="18" charset="0"/>
                <a:cs typeface="times" panose="02020603050405020304" pitchFamily="18" charset="0"/>
              </a:rPr>
              <a:t>z</a:t>
            </a:r>
            <a:endParaRPr kumimoji="1" lang="ja-JP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A312E9E-08BD-40B9-3E30-8EA145F9C634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3651716" y="2495550"/>
            <a:ext cx="580371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32AFEE0-9F31-6713-F97F-59C2210F12E2}"/>
              </a:ext>
            </a:extLst>
          </p:cNvPr>
          <p:cNvCxnSpPr>
            <a:cxnSpLocks/>
          </p:cNvCxnSpPr>
          <p:nvPr/>
        </p:nvCxnSpPr>
        <p:spPr>
          <a:xfrm>
            <a:off x="3651716" y="3552784"/>
            <a:ext cx="596936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4">
            <a:extLst>
              <a:ext uri="{FF2B5EF4-FFF2-40B4-BE49-F238E27FC236}">
                <a16:creationId xmlns:a16="http://schemas.microsoft.com/office/drawing/2014/main" id="{83FD3DB5-19E4-3FCC-22A3-F9F8A4FE7211}"/>
              </a:ext>
            </a:extLst>
          </p:cNvPr>
          <p:cNvSpPr/>
          <p:nvPr/>
        </p:nvSpPr>
        <p:spPr>
          <a:xfrm>
            <a:off x="8382871" y="2495550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E168952E-433B-1F90-F5D4-5DA21FCFBE26}"/>
              </a:ext>
            </a:extLst>
          </p:cNvPr>
          <p:cNvSpPr/>
          <p:nvPr/>
        </p:nvSpPr>
        <p:spPr>
          <a:xfrm>
            <a:off x="7701814" y="2492034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E7AC7E87-E228-D025-A0CE-F1770156BE28}"/>
              </a:ext>
            </a:extLst>
          </p:cNvPr>
          <p:cNvSpPr/>
          <p:nvPr/>
        </p:nvSpPr>
        <p:spPr>
          <a:xfrm>
            <a:off x="6980895" y="2493222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Oval 4">
            <a:extLst>
              <a:ext uri="{FF2B5EF4-FFF2-40B4-BE49-F238E27FC236}">
                <a16:creationId xmlns:a16="http://schemas.microsoft.com/office/drawing/2014/main" id="{71D2D838-CEC3-A7E7-01E8-7F43A7074F83}"/>
              </a:ext>
            </a:extLst>
          </p:cNvPr>
          <p:cNvSpPr/>
          <p:nvPr/>
        </p:nvSpPr>
        <p:spPr>
          <a:xfrm>
            <a:off x="6226086" y="2499067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Oval 4">
            <a:extLst>
              <a:ext uri="{FF2B5EF4-FFF2-40B4-BE49-F238E27FC236}">
                <a16:creationId xmlns:a16="http://schemas.microsoft.com/office/drawing/2014/main" id="{E70D00BF-2DA4-B210-B70F-331637E1798E}"/>
              </a:ext>
            </a:extLst>
          </p:cNvPr>
          <p:cNvSpPr/>
          <p:nvPr/>
        </p:nvSpPr>
        <p:spPr>
          <a:xfrm>
            <a:off x="5505167" y="2492034"/>
            <a:ext cx="483398" cy="1057234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B175DA7-3ED6-430B-F907-180649D80370}"/>
              </a:ext>
            </a:extLst>
          </p:cNvPr>
          <p:cNvCxnSpPr>
            <a:cxnSpLocks/>
          </p:cNvCxnSpPr>
          <p:nvPr/>
        </p:nvCxnSpPr>
        <p:spPr>
          <a:xfrm flipV="1">
            <a:off x="5733731" y="2498660"/>
            <a:ext cx="19878" cy="2244118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661173F-737E-9D38-0A7D-73522C19C8CE}"/>
              </a:ext>
            </a:extLst>
          </p:cNvPr>
          <p:cNvCxnSpPr>
            <a:cxnSpLocks/>
          </p:cNvCxnSpPr>
          <p:nvPr/>
        </p:nvCxnSpPr>
        <p:spPr>
          <a:xfrm flipV="1">
            <a:off x="8604692" y="2498660"/>
            <a:ext cx="19878" cy="2244118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6C5C2136-BF76-C1E2-E81D-0519B6F0C3C0}"/>
              </a:ext>
            </a:extLst>
          </p:cNvPr>
          <p:cNvCxnSpPr/>
          <p:nvPr/>
        </p:nvCxnSpPr>
        <p:spPr>
          <a:xfrm>
            <a:off x="5733731" y="4518991"/>
            <a:ext cx="2890839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388989A-2EB6-A86C-015D-D2A8792D4FCF}"/>
              </a:ext>
            </a:extLst>
          </p:cNvPr>
          <p:cNvSpPr txBox="1"/>
          <p:nvPr/>
        </p:nvSpPr>
        <p:spPr>
          <a:xfrm>
            <a:off x="6129987" y="4610018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Bragg gratings length</a:t>
            </a:r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2B0282C4-34AC-42E7-8F53-F6A4BE656C29}"/>
              </a:ext>
            </a:extLst>
          </p:cNvPr>
          <p:cNvSpPr/>
          <p:nvPr/>
        </p:nvSpPr>
        <p:spPr>
          <a:xfrm>
            <a:off x="4582767" y="2855860"/>
            <a:ext cx="5084694" cy="280034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B2C1686C-695C-F70C-BAD6-9341B75390C3}"/>
              </a:ext>
            </a:extLst>
          </p:cNvPr>
          <p:cNvSpPr/>
          <p:nvPr/>
        </p:nvSpPr>
        <p:spPr>
          <a:xfrm rot="10800000">
            <a:off x="4616183" y="2701473"/>
            <a:ext cx="679244" cy="150871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566FF6FB-E984-DC3B-B409-0BA5913CC6E7}"/>
              </a:ext>
            </a:extLst>
          </p:cNvPr>
          <p:cNvSpPr/>
          <p:nvPr/>
        </p:nvSpPr>
        <p:spPr>
          <a:xfrm rot="9551747">
            <a:off x="5981994" y="2550005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E142564C-0FCF-0D7A-D946-221C2AD988A1}"/>
              </a:ext>
            </a:extLst>
          </p:cNvPr>
          <p:cNvSpPr/>
          <p:nvPr/>
        </p:nvSpPr>
        <p:spPr>
          <a:xfrm rot="9551747">
            <a:off x="6777175" y="2550004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矢印: 右 42">
            <a:extLst>
              <a:ext uri="{FF2B5EF4-FFF2-40B4-BE49-F238E27FC236}">
                <a16:creationId xmlns:a16="http://schemas.microsoft.com/office/drawing/2014/main" id="{5464174D-F154-823A-BAC4-982B62E22CF0}"/>
              </a:ext>
            </a:extLst>
          </p:cNvPr>
          <p:cNvSpPr/>
          <p:nvPr/>
        </p:nvSpPr>
        <p:spPr>
          <a:xfrm rot="9551747">
            <a:off x="7514837" y="2550003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2893BB8A-D5AA-CBBB-7565-CAD84FAD3F87}"/>
              </a:ext>
            </a:extLst>
          </p:cNvPr>
          <p:cNvSpPr/>
          <p:nvPr/>
        </p:nvSpPr>
        <p:spPr>
          <a:xfrm rot="9551747">
            <a:off x="8194341" y="2555675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矢印: 右 44">
            <a:extLst>
              <a:ext uri="{FF2B5EF4-FFF2-40B4-BE49-F238E27FC236}">
                <a16:creationId xmlns:a16="http://schemas.microsoft.com/office/drawing/2014/main" id="{4A61DF6C-59C8-6394-3BA1-940CCE4B8314}"/>
              </a:ext>
            </a:extLst>
          </p:cNvPr>
          <p:cNvSpPr/>
          <p:nvPr/>
        </p:nvSpPr>
        <p:spPr>
          <a:xfrm rot="9551747">
            <a:off x="5258766" y="2543088"/>
            <a:ext cx="456783" cy="102185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矢印: 右 45">
            <a:extLst>
              <a:ext uri="{FF2B5EF4-FFF2-40B4-BE49-F238E27FC236}">
                <a16:creationId xmlns:a16="http://schemas.microsoft.com/office/drawing/2014/main" id="{29DB7FD7-AD53-9045-387F-947A1994C533}"/>
              </a:ext>
            </a:extLst>
          </p:cNvPr>
          <p:cNvSpPr/>
          <p:nvPr/>
        </p:nvSpPr>
        <p:spPr>
          <a:xfrm rot="10800000">
            <a:off x="4629182" y="3177889"/>
            <a:ext cx="679244" cy="150871"/>
          </a:xfrm>
          <a:prstGeom prst="rightArrow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0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85933C-CB95-47C5-8504-790EE28B0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1268413"/>
            <a:ext cx="5715000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93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14CC4C9-79AC-AC4A-2FA0-0C87D8914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27" y="0"/>
            <a:ext cx="7059526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682CF8-21B5-9BFA-D0EE-75A936A6A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71" y="3166946"/>
            <a:ext cx="5673241" cy="29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291828BE931164DA279E7DB37510E8B" ma:contentTypeVersion="12" ma:contentTypeDescription="新しいドキュメントを作成します。" ma:contentTypeScope="" ma:versionID="d40e79753e265535ebdef0a9a1630dbe">
  <xsd:schema xmlns:xsd="http://www.w3.org/2001/XMLSchema" xmlns:xs="http://www.w3.org/2001/XMLSchema" xmlns:p="http://schemas.microsoft.com/office/2006/metadata/properties" xmlns:ns3="e5fea337-426f-4878-aaa1-6cc4dbed00d3" targetNamespace="http://schemas.microsoft.com/office/2006/metadata/properties" ma:root="true" ma:fieldsID="909ec013045a4ae227a46cef79b1603d" ns3:_="">
    <xsd:import namespace="e5fea337-426f-4878-aaa1-6cc4dbed00d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BillingMetadata" minOccurs="0"/>
                <xsd:element ref="ns3:_activity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ea337-426f-4878-aaa1-6cc4dbed00d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fea337-426f-4878-aaa1-6cc4dbed00d3" xsi:nil="true"/>
  </documentManagement>
</p:properties>
</file>

<file path=customXml/itemProps1.xml><?xml version="1.0" encoding="utf-8"?>
<ds:datastoreItem xmlns:ds="http://schemas.openxmlformats.org/officeDocument/2006/customXml" ds:itemID="{EBB85C3E-FFAD-4A75-A769-4B97E54A90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31A16C-3E0A-4893-9CB3-DA6770BA5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fea337-426f-4878-aaa1-6cc4dbed00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90C700-0B54-4769-9477-9FE646BEDBDF}">
  <ds:schemaRefs>
    <ds:schemaRef ds:uri="e5fea337-426f-4878-aaa1-6cc4dbed00d3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51</Words>
  <Application>Microsoft Office PowerPoint</Application>
  <PresentationFormat>와이드스크린</PresentationFormat>
  <Paragraphs>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游ゴシック</vt:lpstr>
      <vt:lpstr>游ゴシック Light</vt:lpstr>
      <vt:lpstr>Arial</vt:lpstr>
      <vt:lpstr>Century</vt:lpstr>
      <vt:lpstr>times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全 香玉</dc:creator>
  <cp:lastModifiedBy>Xiangyu QUAN</cp:lastModifiedBy>
  <cp:revision>5</cp:revision>
  <dcterms:created xsi:type="dcterms:W3CDTF">2026-04-26T06:05:04Z</dcterms:created>
  <dcterms:modified xsi:type="dcterms:W3CDTF">2026-06-12T05:58:28Z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0x010100D291828BE931164DA279E7DB37510E8B</vt:lpwstr>
  </property>
</Properties>
</file>