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29ADE8-87A0-47F3-AF9B-6AE0BEA23B07}" v="5" dt="2026-04-26T07:06:41.8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690C700-0B54-4769-9477-9FE646BEDBDF}">
  <ds:schemaRefs>
    <ds:schemaRef ds:uri="e5fea337-426f-4878-aaa1-6cc4dbed00d3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36</Words>
  <Application>Microsoft Office PowerPoint</Application>
  <PresentationFormat>Widescreen</PresentationFormat>
  <Paragraphs>26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游ゴシック</vt:lpstr>
      <vt:lpstr>游ゴシック Light</vt:lpstr>
      <vt:lpstr>Arial</vt:lpstr>
      <vt:lpstr>Century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3</cp:revision>
  <dcterms:created xsi:type="dcterms:W3CDTF">2026-04-26T06:05:04Z</dcterms:created>
  <dcterms:modified xsi:type="dcterms:W3CDTF">2026-04-30T11:09:57Z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