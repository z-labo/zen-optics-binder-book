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29ADE8-87A0-47F3-AF9B-6AE0BEA23B07}" v="5" dt="2026-04-26T07:06:41.8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450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820-031F-C155-658F-D31E848AF1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D172-40B0-E97D-09C8-549326A650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296EF-7148-1B33-9E8B-622C2F4B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62BAA-37B0-671A-27EF-EA558BBE1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71AF0-FC79-F772-0399-08DF24CA6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5589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2E07-14BC-52BF-C142-AFE2FECD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2C6-949D-B449-0133-49AD026F0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68A9E-4B75-3866-1A08-CEBC5B56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EDBBA-62DC-52CB-DFE8-A8F03B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37B88-03CB-4111-0B72-0FA76CDFA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92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0A02-E4AB-290D-4EDA-CD8B5C4E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C72AB-3066-065B-061D-999A1BE45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8F8D-EB12-3836-BA5E-F3C46C39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EE4D0-194D-C7E0-2856-0130DDBC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7B810-B5C1-C5E3-6A8B-C69E96868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1ADF-1CA5-2251-CAEC-17E0202B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25749-D798-3E0F-23FC-323DB9F21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897E0-5B18-7007-3E83-6F29C6CCF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B549D-02EF-5A6A-53A0-E3CBBEF8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86B8-854D-88BA-B46B-EAC61325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5B5D5-61D1-2EAB-F705-9D5D6156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875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10CB-B44D-AD78-5516-1B5FA06F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3A19E-533A-B2FE-D354-C8528D98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4E22-D6DB-4960-F892-58333B4C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98D3-2FDE-36CB-465D-2AC085A65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5920A-FCA6-0B45-B88E-D86CC2286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470644-8BCC-F56C-8A91-A6BC023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EA36C6-3891-2425-AA95-58EDBACE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5D4073-A300-EFBD-E1B6-B56F64CF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4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9677-66BC-C78A-AB34-DC844FA5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311B9-4C41-F3E3-8952-E4CBD80E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CB601-5AAF-8F44-1A28-1B74B8EE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70BD-3CDC-22BF-0ABE-D592F2D1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8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AB4B1-3C5F-5F97-CD03-09711961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41C8A-5AF9-F369-BADD-3A028864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FAA44-3B67-0905-A5D5-62759AB1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8169-4717-B27A-8007-69D43625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096B-3FC3-D62B-BA96-C6D42E708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2ED3E-DE19-4C88-403F-D54DDF45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0C8F3-52E8-2470-4659-D74BD836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CFEE0-9629-16C1-9C30-5B97F447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35DA-9753-9493-71F1-5570A7C95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514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1CCF-20C1-C1D6-D9B0-C4F33E86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C56AD-E2B5-5EA8-DCA2-7D2FCBDF2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0BF7B-A27C-56AA-42A0-3E3CFEE3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1237C-AB00-8601-51CC-1F68FA1F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41FC2-3B58-93B2-6543-F5DA9F1B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A906-D183-D636-FBBF-230F807A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80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62BF-D7C0-4223-6C62-41BE218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389B9-80E8-8598-8A36-7BECECB1B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52458-328A-DE40-E2B2-BF72BF1D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27438-4955-0F17-39DA-ECC53569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19F65-5AB3-B7F5-52A5-7C05A59D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616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C1975-4042-14C2-4DB1-83801940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191B6-2E18-2E20-E534-6ECF113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616EF-4319-9577-75EC-EB5D20D2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F8FBC-4458-9EEF-061D-561865DC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8605E-85CD-8251-EAE5-2DA9F89B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F7F8EC-1407-EA1B-6738-9C2694E4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CD47-A315-C555-1FC9-5EB103315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5EA92-C369-648B-C30C-2DD2F445B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6E18D-A30F-4D3C-BC15-86FA9E93A319}" type="datetimeFigureOut">
              <a:rPr kumimoji="1" lang="ja-JP" altLang="en-US" smtClean="0"/>
              <a:t>2026/5/2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B6E9B-B634-2858-522D-9C6FBCA69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9D5B-FE12-4441-943F-FF16F209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378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AFD80-202B-6481-4CB4-8D0A4176DCBF}"/>
              </a:ext>
            </a:extLst>
          </p:cNvPr>
          <p:cNvSpPr/>
          <p:nvPr/>
        </p:nvSpPr>
        <p:spPr>
          <a:xfrm>
            <a:off x="2863850" y="2660650"/>
            <a:ext cx="2997200" cy="831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1A219-A23A-E5A5-FBD4-9DAD99C53989}"/>
              </a:ext>
            </a:extLst>
          </p:cNvPr>
          <p:cNvSpPr/>
          <p:nvPr/>
        </p:nvSpPr>
        <p:spPr>
          <a:xfrm>
            <a:off x="2863850" y="2397124"/>
            <a:ext cx="2997200" cy="1387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631DC6-A275-95D4-1919-7EBE9DF736C7}"/>
              </a:ext>
            </a:extLst>
          </p:cNvPr>
          <p:cNvCxnSpPr>
            <a:cxnSpLocks/>
          </p:cNvCxnSpPr>
          <p:nvPr/>
        </p:nvCxnSpPr>
        <p:spPr>
          <a:xfrm flipV="1">
            <a:off x="3898900" y="2676525"/>
            <a:ext cx="1330325" cy="81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8EA692-5A61-434F-CE63-660A5F37C358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5229225" y="2686049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3300-F985-F75A-EE67-491D3F11AFEC}"/>
              </a:ext>
            </a:extLst>
          </p:cNvPr>
          <p:cNvCxnSpPr>
            <a:cxnSpLocks/>
          </p:cNvCxnSpPr>
          <p:nvPr/>
        </p:nvCxnSpPr>
        <p:spPr>
          <a:xfrm>
            <a:off x="5861050" y="3090861"/>
            <a:ext cx="552450" cy="792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7DD1A-29A2-F37E-BC33-9AF0448618C2}"/>
              </a:ext>
            </a:extLst>
          </p:cNvPr>
          <p:cNvCxnSpPr>
            <a:cxnSpLocks/>
          </p:cNvCxnSpPr>
          <p:nvPr/>
        </p:nvCxnSpPr>
        <p:spPr>
          <a:xfrm>
            <a:off x="2336800" y="3090861"/>
            <a:ext cx="4667250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BB350-0923-5AF1-490C-79C4CCD2DE02}"/>
              </a:ext>
            </a:extLst>
          </p:cNvPr>
          <p:cNvCxnSpPr>
            <a:cxnSpLocks/>
          </p:cNvCxnSpPr>
          <p:nvPr/>
        </p:nvCxnSpPr>
        <p:spPr>
          <a:xfrm>
            <a:off x="5229225" y="2710654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E7802D-681E-3CC8-80E5-33B9A010817D}"/>
              </a:ext>
            </a:extLst>
          </p:cNvPr>
          <p:cNvSpPr txBox="1"/>
          <p:nvPr/>
        </p:nvSpPr>
        <p:spPr>
          <a:xfrm>
            <a:off x="2819517" y="271065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40CE20-D798-8422-4C6D-ECFFC239346D}"/>
              </a:ext>
            </a:extLst>
          </p:cNvPr>
          <p:cNvSpPr txBox="1"/>
          <p:nvPr/>
        </p:nvSpPr>
        <p:spPr>
          <a:xfrm>
            <a:off x="2819517" y="23135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A23A0-5612-76BB-AB6C-9292A6ACE7BA}"/>
              </a:ext>
            </a:extLst>
          </p:cNvPr>
          <p:cNvSpPr txBox="1"/>
          <p:nvPr/>
        </p:nvSpPr>
        <p:spPr>
          <a:xfrm>
            <a:off x="2324159" y="242660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35C2DC0-69C3-8F26-D3EB-E6CDE76C0928}"/>
              </a:ext>
            </a:extLst>
          </p:cNvPr>
          <p:cNvSpPr/>
          <p:nvPr/>
        </p:nvSpPr>
        <p:spPr>
          <a:xfrm rot="2501802">
            <a:off x="5102567" y="2759457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893FA09-FE1A-5319-FBA1-EB8F1CF5B11F}"/>
              </a:ext>
            </a:extLst>
          </p:cNvPr>
          <p:cNvSpPr/>
          <p:nvPr/>
        </p:nvSpPr>
        <p:spPr>
          <a:xfrm>
            <a:off x="5631325" y="2971800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AD3749B-4663-0FA8-BC7F-D23EDE84DCF5}"/>
              </a:ext>
            </a:extLst>
          </p:cNvPr>
          <p:cNvSpPr/>
          <p:nvPr/>
        </p:nvSpPr>
        <p:spPr>
          <a:xfrm>
            <a:off x="5962650" y="3092450"/>
            <a:ext cx="55688" cy="133350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A7E50E-FBFC-5179-ED6E-ED7587A1CF52}"/>
              </a:ext>
            </a:extLst>
          </p:cNvPr>
          <p:cNvSpPr txBox="1"/>
          <p:nvPr/>
        </p:nvSpPr>
        <p:spPr>
          <a:xfrm>
            <a:off x="5997577" y="3059668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86AC0D-2E5C-D483-1964-DD417D31414E}"/>
              </a:ext>
            </a:extLst>
          </p:cNvPr>
          <p:cNvSpPr txBox="1"/>
          <p:nvPr/>
        </p:nvSpPr>
        <p:spPr>
          <a:xfrm>
            <a:off x="4896922" y="2737125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9DA33A-EDD1-9BA4-B9B1-7F99B81CBB8A}"/>
              </a:ext>
            </a:extLst>
          </p:cNvPr>
          <p:cNvSpPr txBox="1"/>
          <p:nvPr/>
        </p:nvSpPr>
        <p:spPr>
          <a:xfrm>
            <a:off x="5302394" y="2731054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85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E137E0-B2ED-C8C9-7992-7CB37C0A1763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4374E8-647A-C90F-F6B8-B41523AF4128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15D5243-4672-7F80-A7E3-70A29EA3C01E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E6302D-0D90-6800-7B17-59875B41F0BD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79036-8F6D-7C17-3E3C-4E9842827FC9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822BB-0BAA-D228-C363-63CE478C8603}"/>
              </a:ext>
            </a:extLst>
          </p:cNvPr>
          <p:cNvSpPr txBox="1"/>
          <p:nvPr/>
        </p:nvSpPr>
        <p:spPr>
          <a:xfrm>
            <a:off x="6164377" y="3052045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9AC0BD-261F-F62B-57E2-576909DC9638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5618A7-D910-1168-92F7-CAEF0A22794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F4074F-9576-C93A-FCF8-F245E1F738C0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65482D7-5B4C-FED5-C188-8E2DF20A7D9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16AC5DD-93A6-2F66-9000-89EDDC855E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9BEC6E-E53B-185C-CAC6-501536710118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3ABBE2-250C-81CD-CD9D-E999C677FBFC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FEFF3F-46D4-F086-1A11-8DED7676E3CE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FD798120-99E5-3C05-8F96-A2AB9CA46F32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52DF520-804F-48EA-15EB-2B95BC6560A1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F6D99B0-ACB3-3AEC-FF4F-A5B03B85A27A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A745AAD-F121-4130-1765-4EE664130486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F1DE3CC-76A2-0610-9ED2-0C76830B4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3DDF3BFB-B5EE-7C3C-3CCF-8D936F91F8FD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23FA6277-2FF8-67C1-1FE2-0D103ABD7BA7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C74ECE-5BC0-D5C0-E4DE-4186510473C8}"/>
              </a:ext>
            </a:extLst>
          </p:cNvPr>
          <p:cNvCxnSpPr>
            <a:cxnSpLocks/>
          </p:cNvCxnSpPr>
          <p:nvPr/>
        </p:nvCxnSpPr>
        <p:spPr>
          <a:xfrm flipV="1">
            <a:off x="3230207" y="3086641"/>
            <a:ext cx="3501788" cy="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5417F0-49F9-34EB-458D-44747F3D84DD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9F2F9CF-DEC3-B74D-47E6-B5F70ADE03A8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25C2ABF-66F4-9246-AD15-979D08A588FC}"/>
              </a:ext>
            </a:extLst>
          </p:cNvPr>
          <p:cNvSpPr/>
          <p:nvPr/>
        </p:nvSpPr>
        <p:spPr>
          <a:xfrm rot="7663402">
            <a:off x="6526325" y="3081216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DC1867-FAFE-FBEB-7D4F-6D6BB814B2F3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7096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BF01-B8E4-05D0-5CF6-BABD5BB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FCA49F6-0866-5F3D-55C3-133BCF727F80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6BD4E2-0301-0285-D82D-A867D470D1F1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A675CA-0D94-0646-D3E1-20E145F3C2F4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190DA-B024-39EC-4EBC-051C7990DA78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D5A08C-EFE6-DF91-BB8E-5342DE68B89C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D0FA8-F7E0-4AF4-9610-D8C149046471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69EE6F-8510-8228-4ECF-061BC6718F7E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1ED17E4-1E1B-D106-5FC9-FB6CBE538F31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7BFED6-D616-DD57-970E-5E390144514E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1B513D-1338-BA4D-CBB3-D47CD357B53F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834CB02-651D-1E3B-4959-5901D6B4B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CE8D19-0530-CA46-151D-FA00F649898D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53FD70-D048-3186-4048-0678418A41E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F24CCE-CF06-8419-A765-48D45730C5A7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521A1DF6-5525-4A66-8E07-C910842E07C1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C0BA5EE-07B8-C3DE-CE7F-2ABE9EEA9A59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4B2D5-6DFC-5D87-72D7-58BC7F5599C8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12758A7-3327-77D4-DFF8-006D24D2331A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9BA764B-6608-A5C8-EE7B-C20FFA310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9589E48A-3AF5-4A00-2149-50C6C7EED1A2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C4422EC7-79C6-C58A-455B-457B66B2D169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AC269D-DAA3-B0D9-E998-1EE5499E79C0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AC9621-48F7-0BC9-FFC1-82800EBB39FB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6A0173-5217-33B4-6CAF-0C2B1EF582B0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30AC5B4-6639-294D-9A95-FC017703F8AA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42B6C-AB0E-A2E6-CC4F-4DE7A6B8FDFF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733E59-43E3-CE77-2815-7A20D21397C1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547D20-911B-5659-20EF-E3D4F2DCF6A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B763FA-58C7-378E-7BF2-B039D1736BD3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474294C-4347-7F29-464B-BC4EDDB38188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32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E1CD74A-F737-D5D1-554B-70604072A7E3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967F52-3B59-05D8-ABAB-EABB44C8059D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259DBD-9E4D-4CC2-BE54-2818D54D0DEF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171B55-E2D9-CB95-0358-6F3DC77B8F29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95D5CF-252B-3FA6-9ACC-88CEA6D1F1B1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5D5FE-54C5-6F8A-E447-040355450C1F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5E283A-093A-FB76-0A34-F470FCF62CEA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1FB1E9-7425-2D48-5201-E3CD6A91171E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61D44DA-3B20-BA49-6B9B-F417DECF01FC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D3E61E5-18F8-6307-9D1F-99A44501E02F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22EEB3-9C8E-EB00-0555-56FAFEE6E44C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9B83F-2574-D5EF-8F4C-7699F3AB710E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236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06BB5F-6D76-3735-F631-64DB3A86C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92358"/>
            <a:ext cx="5696745" cy="31341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767D0-4433-CD71-E66E-E5B50F3EB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425" y="2792358"/>
            <a:ext cx="5860575" cy="28431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D4E51C-9E36-37CB-B5B6-49229FB85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25" y="-101047"/>
            <a:ext cx="11557320" cy="289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54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A489AF-E837-9982-E5AC-FB7663DA3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9178"/>
            <a:ext cx="12192000" cy="34396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A9D52A-AF4E-1080-2C81-0AA569F608D2}"/>
              </a:ext>
            </a:extLst>
          </p:cNvPr>
          <p:cNvSpPr txBox="1"/>
          <p:nvPr/>
        </p:nvSpPr>
        <p:spPr>
          <a:xfrm>
            <a:off x="184484" y="1339846"/>
            <a:ext cx="61624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400G-ZR/ZR+</a:t>
            </a:r>
            <a:r>
              <a:rPr lang="ja-JP" altLang="en-US" dirty="0"/>
              <a:t>とは？</a:t>
            </a:r>
          </a:p>
        </p:txBody>
      </p:sp>
    </p:spTree>
    <p:extLst>
      <p:ext uri="{BB962C8B-B14F-4D97-AF65-F5344CB8AC3E}">
        <p14:creationId xmlns:p14="http://schemas.microsoft.com/office/powerpoint/2010/main" val="1916245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fea337-426f-4878-aaa1-6cc4dbed00d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291828BE931164DA279E7DB37510E8B" ma:contentTypeVersion="12" ma:contentTypeDescription="新しいドキュメントを作成します。" ma:contentTypeScope="" ma:versionID="d40e79753e265535ebdef0a9a1630dbe">
  <xsd:schema xmlns:xsd="http://www.w3.org/2001/XMLSchema" xmlns:xs="http://www.w3.org/2001/XMLSchema" xmlns:p="http://schemas.microsoft.com/office/2006/metadata/properties" xmlns:ns3="e5fea337-426f-4878-aaa1-6cc4dbed00d3" targetNamespace="http://schemas.microsoft.com/office/2006/metadata/properties" ma:root="true" ma:fieldsID="909ec013045a4ae227a46cef79b1603d" ns3:_="">
    <xsd:import namespace="e5fea337-426f-4878-aaa1-6cc4dbed00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BillingMetadata" minOccurs="0"/>
                <xsd:element ref="ns3:_activity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fea337-426f-4878-aaa1-6cc4dbed00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690C700-0B54-4769-9477-9FE646BEDBDF}">
  <ds:schemaRefs>
    <ds:schemaRef ds:uri="e5fea337-426f-4878-aaa1-6cc4dbed00d3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BB85C3E-FFAD-4A75-A769-4B97E54A903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231A16C-3E0A-4893-9CB3-DA6770BA57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fea337-426f-4878-aaa1-6cc4dbed0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43</Words>
  <Application>Microsoft Office PowerPoint</Application>
  <PresentationFormat>Widescreen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游ゴシック</vt:lpstr>
      <vt:lpstr>游ゴシック Light</vt:lpstr>
      <vt:lpstr>Arial</vt:lpstr>
      <vt:lpstr>Century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全 香玉</dc:creator>
  <cp:lastModifiedBy>全 香玉</cp:lastModifiedBy>
  <cp:revision>4</cp:revision>
  <dcterms:created xsi:type="dcterms:W3CDTF">2026-04-26T06:05:04Z</dcterms:created>
  <dcterms:modified xsi:type="dcterms:W3CDTF">2026-05-02T15:27:40Z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0x010100D291828BE931164DA279E7DB37510E8B</vt:lpwstr>
  </property>
</Properties>
</file>