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4435B3-68C8-4D15-ABC2-F6D6B7048934}" v="13" dt="2026-05-06T11:41:36.7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custSel addSld delSld modSld">
      <pc:chgData name="全 香玉" userId="1f3450e5-81b9-4f7a-82d7-841c32c029e0" providerId="ADAL" clId="{670531AC-1667-4F97-B1A6-5D38F8A44A79}" dt="2026-05-06T11:47:27.152" v="60" actId="478"/>
      <pc:docMkLst>
        <pc:docMk/>
      </pc:docMkLst>
      <pc:sldChg chg="addSp delSp modSp mod">
        <pc:chgData name="全 香玉" userId="1f3450e5-81b9-4f7a-82d7-841c32c029e0" providerId="ADAL" clId="{670531AC-1667-4F97-B1A6-5D38F8A44A79}" dt="2026-05-06T11:47:27.152" v="60" actId="478"/>
        <pc:sldMkLst>
          <pc:docMk/>
          <pc:sldMk cId="1254327464" sldId="258"/>
        </pc:sldMkLst>
        <pc:picChg chg="add del mod">
          <ac:chgData name="全 香玉" userId="1f3450e5-81b9-4f7a-82d7-841c32c029e0" providerId="ADAL" clId="{670531AC-1667-4F97-B1A6-5D38F8A44A79}" dt="2026-05-06T11:47:27.152" v="60" actId="478"/>
          <ac:picMkLst>
            <pc:docMk/>
            <pc:sldMk cId="1254327464" sldId="258"/>
            <ac:picMk id="7" creationId="{9B6E3BCE-9622-529C-273F-A77BDB6E3367}"/>
          </ac:picMkLst>
        </pc:picChg>
      </pc:sldChg>
      <pc:sldChg chg="addSp delSp modSp add del mod">
        <pc:chgData name="全 香玉" userId="1f3450e5-81b9-4f7a-82d7-841c32c029e0" providerId="ADAL" clId="{670531AC-1667-4F97-B1A6-5D38F8A44A79}" dt="2026-05-06T11:44:40.349" v="57" actId="47"/>
        <pc:sldMkLst>
          <pc:docMk/>
          <pc:sldMk cId="3870240619" sldId="260"/>
        </pc:sldMkLst>
        <pc:spChg chg="del">
          <ac:chgData name="全 香玉" userId="1f3450e5-81b9-4f7a-82d7-841c32c029e0" providerId="ADAL" clId="{670531AC-1667-4F97-B1A6-5D38F8A44A79}" dt="2026-05-06T11:30:31.047" v="3" actId="478"/>
          <ac:spMkLst>
            <pc:docMk/>
            <pc:sldMk cId="3870240619" sldId="260"/>
            <ac:spMk id="14" creationId="{C568D860-510A-FD78-7D09-9A15486673C1}"/>
          </ac:spMkLst>
        </pc:spChg>
        <pc:spChg chg="del mod">
          <ac:chgData name="全 香玉" userId="1f3450e5-81b9-4f7a-82d7-841c32c029e0" providerId="ADAL" clId="{670531AC-1667-4F97-B1A6-5D38F8A44A79}" dt="2026-05-06T11:32:08.162" v="20" actId="478"/>
          <ac:spMkLst>
            <pc:docMk/>
            <pc:sldMk cId="3870240619" sldId="260"/>
            <ac:spMk id="15" creationId="{B219E595-2709-6087-492D-7B5E662EBB6D}"/>
          </ac:spMkLst>
        </pc:spChg>
        <pc:spChg chg="del">
          <ac:chgData name="全 香玉" userId="1f3450e5-81b9-4f7a-82d7-841c32c029e0" providerId="ADAL" clId="{670531AC-1667-4F97-B1A6-5D38F8A44A79}" dt="2026-05-06T11:30:37.294" v="7" actId="478"/>
          <ac:spMkLst>
            <pc:docMk/>
            <pc:sldMk cId="3870240619" sldId="260"/>
            <ac:spMk id="16" creationId="{C5A675F1-68DA-F304-FB09-F04E21C3F943}"/>
          </ac:spMkLst>
        </pc:spChg>
        <pc:spChg chg="del">
          <ac:chgData name="全 香玉" userId="1f3450e5-81b9-4f7a-82d7-841c32c029e0" providerId="ADAL" clId="{670531AC-1667-4F97-B1A6-5D38F8A44A79}" dt="2026-05-06T11:30:36.138" v="6" actId="478"/>
          <ac:spMkLst>
            <pc:docMk/>
            <pc:sldMk cId="3870240619" sldId="260"/>
            <ac:spMk id="17" creationId="{F9D14970-0327-056E-B167-F49374C678F5}"/>
          </ac:spMkLst>
        </pc:spChg>
        <pc:spChg chg="del mod">
          <ac:chgData name="全 香玉" userId="1f3450e5-81b9-4f7a-82d7-841c32c029e0" providerId="ADAL" clId="{670531AC-1667-4F97-B1A6-5D38F8A44A79}" dt="2026-05-06T11:30:34.018" v="5" actId="478"/>
          <ac:spMkLst>
            <pc:docMk/>
            <pc:sldMk cId="3870240619" sldId="260"/>
            <ac:spMk id="18" creationId="{67CF337B-0095-93F5-4CF4-BCD99D37990B}"/>
          </ac:spMkLst>
        </pc:spChg>
        <pc:spChg chg="del">
          <ac:chgData name="全 香玉" userId="1f3450e5-81b9-4f7a-82d7-841c32c029e0" providerId="ADAL" clId="{670531AC-1667-4F97-B1A6-5D38F8A44A79}" dt="2026-05-06T11:30:41.579" v="10" actId="478"/>
          <ac:spMkLst>
            <pc:docMk/>
            <pc:sldMk cId="3870240619" sldId="260"/>
            <ac:spMk id="19" creationId="{C18EF50A-0AFB-CF80-B49F-217C91D6A0C4}"/>
          </ac:spMkLst>
        </pc:spChg>
        <pc:spChg chg="del">
          <ac:chgData name="全 香玉" userId="1f3450e5-81b9-4f7a-82d7-841c32c029e0" providerId="ADAL" clId="{670531AC-1667-4F97-B1A6-5D38F8A44A79}" dt="2026-05-06T11:30:43.513" v="11" actId="478"/>
          <ac:spMkLst>
            <pc:docMk/>
            <pc:sldMk cId="3870240619" sldId="260"/>
            <ac:spMk id="35" creationId="{54E1869E-A874-1788-4418-809793956D0B}"/>
          </ac:spMkLst>
        </pc:spChg>
        <pc:spChg chg="del">
          <ac:chgData name="全 香玉" userId="1f3450e5-81b9-4f7a-82d7-841c32c029e0" providerId="ADAL" clId="{670531AC-1667-4F97-B1A6-5D38F8A44A79}" dt="2026-05-06T11:30:45.080" v="12" actId="478"/>
          <ac:spMkLst>
            <pc:docMk/>
            <pc:sldMk cId="3870240619" sldId="260"/>
            <ac:spMk id="36" creationId="{7E775FDD-EC51-FDC6-B234-4D8771B73524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39" creationId="{DF61740B-C9C6-B40D-07CB-2DFFFF7841F8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42" creationId="{825673DA-6840-F73D-DB96-0CC33211F43A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43" creationId="{A54E7C46-9AF5-0A77-BF0A-C85A1E0AA85C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44" creationId="{8AE9C6D7-B33B-BB1B-5E88-7715B35C0678}"/>
          </ac:spMkLst>
        </pc:spChg>
        <pc:spChg chg="del">
          <ac:chgData name="全 香玉" userId="1f3450e5-81b9-4f7a-82d7-841c32c029e0" providerId="ADAL" clId="{670531AC-1667-4F97-B1A6-5D38F8A44A79}" dt="2026-05-06T11:30:39.712" v="9" actId="478"/>
          <ac:spMkLst>
            <pc:docMk/>
            <pc:sldMk cId="3870240619" sldId="260"/>
            <ac:spMk id="46" creationId="{D8B112D1-A382-B8A2-98F8-7DB90D4A20C0}"/>
          </ac:spMkLst>
        </pc:spChg>
        <pc:spChg chg="del mod">
          <ac:chgData name="全 香玉" userId="1f3450e5-81b9-4f7a-82d7-841c32c029e0" providerId="ADAL" clId="{670531AC-1667-4F97-B1A6-5D38F8A44A79}" dt="2026-05-06T11:32:10.024" v="21" actId="478"/>
          <ac:spMkLst>
            <pc:docMk/>
            <pc:sldMk cId="3870240619" sldId="260"/>
            <ac:spMk id="47" creationId="{6396A514-67E6-EC53-3D93-F1AC7DBDB1F9}"/>
          </ac:spMkLst>
        </pc:spChg>
        <pc:spChg chg="mod">
          <ac:chgData name="全 香玉" userId="1f3450e5-81b9-4f7a-82d7-841c32c029e0" providerId="ADAL" clId="{670531AC-1667-4F97-B1A6-5D38F8A44A79}" dt="2026-05-06T11:33:31.838" v="27" actId="688"/>
          <ac:spMkLst>
            <pc:docMk/>
            <pc:sldMk cId="3870240619" sldId="260"/>
            <ac:spMk id="48" creationId="{C046D9A0-AC34-065A-1FEE-7347B646EA12}"/>
          </ac:spMkLst>
        </pc:spChg>
        <pc:spChg chg="mod">
          <ac:chgData name="全 香玉" userId="1f3450e5-81b9-4f7a-82d7-841c32c029e0" providerId="ADAL" clId="{670531AC-1667-4F97-B1A6-5D38F8A44A79}" dt="2026-05-06T11:33:41.162" v="29" actId="1076"/>
          <ac:spMkLst>
            <pc:docMk/>
            <pc:sldMk cId="3870240619" sldId="260"/>
            <ac:spMk id="49" creationId="{40EE9818-52B2-8C51-65EB-938D62C92316}"/>
          </ac:spMkLst>
        </pc:spChg>
        <pc:spChg chg="mod">
          <ac:chgData name="全 香玉" userId="1f3450e5-81b9-4f7a-82d7-841c32c029e0" providerId="ADAL" clId="{670531AC-1667-4F97-B1A6-5D38F8A44A79}" dt="2026-05-06T11:33:25.678" v="26" actId="688"/>
          <ac:spMkLst>
            <pc:docMk/>
            <pc:sldMk cId="3870240619" sldId="260"/>
            <ac:spMk id="50" creationId="{FCD51B2A-7DE9-CC8D-F8AF-6D2EB51D3476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51" creationId="{704BB3B9-7046-C74C-EF61-9C6527BC2ECD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53" creationId="{9F3AC2DA-0F3C-7FB0-443B-D37669457611}"/>
          </ac:spMkLst>
        </pc:spChg>
        <pc:spChg chg="mod">
          <ac:chgData name="全 香玉" userId="1f3450e5-81b9-4f7a-82d7-841c32c029e0" providerId="ADAL" clId="{670531AC-1667-4F97-B1A6-5D38F8A44A79}" dt="2026-05-06T11:32:13.745" v="22"/>
          <ac:spMkLst>
            <pc:docMk/>
            <pc:sldMk cId="3870240619" sldId="260"/>
            <ac:spMk id="54" creationId="{88355B9E-76F7-706A-0DE1-B266E16AC9F9}"/>
          </ac:spMkLst>
        </pc:spChg>
        <pc:grpChg chg="add mod">
          <ac:chgData name="全 香玉" userId="1f3450e5-81b9-4f7a-82d7-841c32c029e0" providerId="ADAL" clId="{670531AC-1667-4F97-B1A6-5D38F8A44A79}" dt="2026-05-06T11:32:05.348" v="19" actId="164"/>
          <ac:grpSpMkLst>
            <pc:docMk/>
            <pc:sldMk cId="3870240619" sldId="260"/>
            <ac:grpSpMk id="10" creationId="{8CF6A722-FE30-ECF0-DF3E-F4A00C047FE0}"/>
          </ac:grpSpMkLst>
        </pc:grpChg>
        <pc:grpChg chg="mod">
          <ac:chgData name="全 香玉" userId="1f3450e5-81b9-4f7a-82d7-841c32c029e0" providerId="ADAL" clId="{670531AC-1667-4F97-B1A6-5D38F8A44A79}" dt="2026-05-06T11:32:41.429" v="25" actId="1076"/>
          <ac:grpSpMkLst>
            <pc:docMk/>
            <pc:sldMk cId="3870240619" sldId="260"/>
            <ac:grpSpMk id="21" creationId="{148A3BE5-18F0-090C-EDFC-43336A9B99CA}"/>
          </ac:grpSpMkLst>
        </pc:grpChg>
        <pc:grpChg chg="mod">
          <ac:chgData name="全 香玉" userId="1f3450e5-81b9-4f7a-82d7-841c32c029e0" providerId="ADAL" clId="{670531AC-1667-4F97-B1A6-5D38F8A44A79}" dt="2026-05-06T11:32:05.348" v="19" actId="164"/>
          <ac:grpSpMkLst>
            <pc:docMk/>
            <pc:sldMk cId="3870240619" sldId="260"/>
            <ac:grpSpMk id="34" creationId="{AFC9DB36-FF96-6FB3-EABE-DCFB30110D8A}"/>
          </ac:grpSpMkLst>
        </pc:grpChg>
        <pc:cxnChg chg="add del mod">
          <ac:chgData name="全 香玉" userId="1f3450e5-81b9-4f7a-82d7-841c32c029e0" providerId="ADAL" clId="{670531AC-1667-4F97-B1A6-5D38F8A44A79}" dt="2026-05-06T11:31:44.392" v="18" actId="478"/>
          <ac:cxnSpMkLst>
            <pc:docMk/>
            <pc:sldMk cId="3870240619" sldId="260"/>
            <ac:cxnSpMk id="2" creationId="{E52C86DB-7F50-725E-838B-A0D381CDD78C}"/>
          </ac:cxnSpMkLst>
        </pc:cxnChg>
        <pc:cxnChg chg="mod">
          <ac:chgData name="全 香玉" userId="1f3450e5-81b9-4f7a-82d7-841c32c029e0" providerId="ADAL" clId="{670531AC-1667-4F97-B1A6-5D38F8A44A79}" dt="2026-05-06T11:32:05.348" v="19" actId="164"/>
          <ac:cxnSpMkLst>
            <pc:docMk/>
            <pc:sldMk cId="3870240619" sldId="260"/>
            <ac:cxnSpMk id="3" creationId="{541E8594-E201-3832-00D6-E37C86D69844}"/>
          </ac:cxnSpMkLst>
        </pc:cxnChg>
        <pc:cxnChg chg="mod">
          <ac:chgData name="全 香玉" userId="1f3450e5-81b9-4f7a-82d7-841c32c029e0" providerId="ADAL" clId="{670531AC-1667-4F97-B1A6-5D38F8A44A79}" dt="2026-05-06T11:32:05.348" v="19" actId="164"/>
          <ac:cxnSpMkLst>
            <pc:docMk/>
            <pc:sldMk cId="3870240619" sldId="260"/>
            <ac:cxnSpMk id="6" creationId="{8BA85B71-EA80-625E-8657-7FE99C56D1FA}"/>
          </ac:cxnSpMkLst>
        </pc:cxnChg>
        <pc:cxnChg chg="mod">
          <ac:chgData name="全 香玉" userId="1f3450e5-81b9-4f7a-82d7-841c32c029e0" providerId="ADAL" clId="{670531AC-1667-4F97-B1A6-5D38F8A44A79}" dt="2026-05-06T11:32:05.348" v="19" actId="164"/>
          <ac:cxnSpMkLst>
            <pc:docMk/>
            <pc:sldMk cId="3870240619" sldId="260"/>
            <ac:cxnSpMk id="25" creationId="{1A114D7A-464D-451D-DE43-CAB040CE4194}"/>
          </ac:cxnSpMkLst>
        </pc:cxnChg>
        <pc:cxnChg chg="add del mod">
          <ac:chgData name="全 香玉" userId="1f3450e5-81b9-4f7a-82d7-841c32c029e0" providerId="ADAL" clId="{670531AC-1667-4F97-B1A6-5D38F8A44A79}" dt="2026-05-06T11:32:05.348" v="19" actId="164"/>
          <ac:cxnSpMkLst>
            <pc:docMk/>
            <pc:sldMk cId="3870240619" sldId="260"/>
            <ac:cxnSpMk id="40" creationId="{27F99BF7-D736-0BC4-2D1D-422A226AD406}"/>
          </ac:cxnSpMkLst>
        </pc:cxnChg>
        <pc:cxnChg chg="del">
          <ac:chgData name="全 香玉" userId="1f3450e5-81b9-4f7a-82d7-841c32c029e0" providerId="ADAL" clId="{670531AC-1667-4F97-B1A6-5D38F8A44A79}" dt="2026-05-06T11:30:38.656" v="8" actId="478"/>
          <ac:cxnSpMkLst>
            <pc:docMk/>
            <pc:sldMk cId="3870240619" sldId="260"/>
            <ac:cxnSpMk id="41" creationId="{4E8C6466-9E57-9B5A-E614-F96888C53258}"/>
          </ac:cxnSpMkLst>
        </pc:cxnChg>
        <pc:cxnChg chg="add mod">
          <ac:chgData name="全 香玉" userId="1f3450e5-81b9-4f7a-82d7-841c32c029e0" providerId="ADAL" clId="{670531AC-1667-4F97-B1A6-5D38F8A44A79}" dt="2026-05-06T11:36:30.307" v="32" actId="1076"/>
          <ac:cxnSpMkLst>
            <pc:docMk/>
            <pc:sldMk cId="3870240619" sldId="260"/>
            <ac:cxnSpMk id="56" creationId="{2C770890-CB21-F539-9661-D6196A0D8DB8}"/>
          </ac:cxnSpMkLst>
        </pc:cxnChg>
        <pc:cxnChg chg="add del mod">
          <ac:chgData name="全 香玉" userId="1f3450e5-81b9-4f7a-82d7-841c32c029e0" providerId="ADAL" clId="{670531AC-1667-4F97-B1A6-5D38F8A44A79}" dt="2026-05-06T11:40:31.617" v="53" actId="478"/>
          <ac:cxnSpMkLst>
            <pc:docMk/>
            <pc:sldMk cId="3870240619" sldId="260"/>
            <ac:cxnSpMk id="57" creationId="{294D0585-D7E5-6A54-755C-72D1F678792C}"/>
          </ac:cxnSpMkLst>
        </pc:cxnChg>
        <pc:cxnChg chg="add del mod">
          <ac:chgData name="全 香玉" userId="1f3450e5-81b9-4f7a-82d7-841c32c029e0" providerId="ADAL" clId="{670531AC-1667-4F97-B1A6-5D38F8A44A79}" dt="2026-05-06T11:40:31.617" v="53" actId="478"/>
          <ac:cxnSpMkLst>
            <pc:docMk/>
            <pc:sldMk cId="3870240619" sldId="260"/>
            <ac:cxnSpMk id="58" creationId="{46C52F5C-424D-4A0F-100A-C831A9A21BCA}"/>
          </ac:cxnSpMkLst>
        </pc:cxnChg>
        <pc:cxnChg chg="add del mod">
          <ac:chgData name="全 香玉" userId="1f3450e5-81b9-4f7a-82d7-841c32c029e0" providerId="ADAL" clId="{670531AC-1667-4F97-B1A6-5D38F8A44A79}" dt="2026-05-06T11:40:31.617" v="53" actId="478"/>
          <ac:cxnSpMkLst>
            <pc:docMk/>
            <pc:sldMk cId="3870240619" sldId="260"/>
            <ac:cxnSpMk id="61" creationId="{48D434D1-F532-291A-714B-9C539DDD9EA0}"/>
          </ac:cxnSpMkLst>
        </pc:cxnChg>
        <pc:cxnChg chg="add del mod">
          <ac:chgData name="全 香玉" userId="1f3450e5-81b9-4f7a-82d7-841c32c029e0" providerId="ADAL" clId="{670531AC-1667-4F97-B1A6-5D38F8A44A79}" dt="2026-05-06T11:40:31.617" v="53" actId="478"/>
          <ac:cxnSpMkLst>
            <pc:docMk/>
            <pc:sldMk cId="3870240619" sldId="260"/>
            <ac:cxnSpMk id="64" creationId="{BCEAC996-DA22-759E-1CAE-AC6003C7857F}"/>
          </ac:cxnSpMkLst>
        </pc:cxnChg>
        <pc:cxnChg chg="add del mod">
          <ac:chgData name="全 香玉" userId="1f3450e5-81b9-4f7a-82d7-841c32c029e0" providerId="ADAL" clId="{670531AC-1667-4F97-B1A6-5D38F8A44A79}" dt="2026-05-06T11:40:27.076" v="52" actId="478"/>
          <ac:cxnSpMkLst>
            <pc:docMk/>
            <pc:sldMk cId="3870240619" sldId="260"/>
            <ac:cxnSpMk id="67" creationId="{5989C352-B5AD-26A1-612D-D5C25C8A2D0A}"/>
          </ac:cxnSpMkLst>
        </pc:cxnChg>
        <pc:cxnChg chg="add del mod">
          <ac:chgData name="全 香玉" userId="1f3450e5-81b9-4f7a-82d7-841c32c029e0" providerId="ADAL" clId="{670531AC-1667-4F97-B1A6-5D38F8A44A79}" dt="2026-05-06T11:40:25.904" v="51" actId="478"/>
          <ac:cxnSpMkLst>
            <pc:docMk/>
            <pc:sldMk cId="3870240619" sldId="260"/>
            <ac:cxnSpMk id="70" creationId="{3D1B8771-1435-40A9-AD17-CBF19696440C}"/>
          </ac:cxnSpMkLst>
        </pc:cxnChg>
        <pc:cxnChg chg="add del mod">
          <ac:chgData name="全 香玉" userId="1f3450e5-81b9-4f7a-82d7-841c32c029e0" providerId="ADAL" clId="{670531AC-1667-4F97-B1A6-5D38F8A44A79}" dt="2026-05-06T11:41:48.014" v="56" actId="478"/>
          <ac:cxnSpMkLst>
            <pc:docMk/>
            <pc:sldMk cId="3870240619" sldId="260"/>
            <ac:cxnSpMk id="73" creationId="{7A81F461-556F-3F7C-4A6F-6F7073E1726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2026/5/6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36</Words>
  <Application>Microsoft Office PowerPoint</Application>
  <PresentationFormat>ワイド画面</PresentationFormat>
  <Paragraphs>26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游ゴシック</vt:lpstr>
      <vt:lpstr>游ゴシック Light</vt:lpstr>
      <vt:lpstr>Arial</vt:lpstr>
      <vt:lpstr>Century</vt:lpstr>
      <vt:lpstr>times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全 香玉</cp:lastModifiedBy>
  <cp:revision>3</cp:revision>
  <dcterms:created xsi:type="dcterms:W3CDTF">2026-04-26T06:05:04Z</dcterms:created>
  <dcterms:modified xsi:type="dcterms:W3CDTF">2026-05-06T11:47:35Z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